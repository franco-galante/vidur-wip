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0" r:id="rId2"/>
    <p:sldId id="298" r:id="rId3"/>
    <p:sldId id="296" r:id="rId4"/>
    <p:sldId id="304" r:id="rId5"/>
    <p:sldId id="293" r:id="rId6"/>
    <p:sldId id="294" r:id="rId7"/>
    <p:sldId id="291" r:id="rId8"/>
    <p:sldId id="297" r:id="rId9"/>
    <p:sldId id="295" r:id="rId10"/>
    <p:sldId id="306" r:id="rId11"/>
    <p:sldId id="305" r:id="rId12"/>
    <p:sldId id="292" r:id="rId13"/>
    <p:sldId id="300" r:id="rId14"/>
    <p:sldId id="299" r:id="rId15"/>
    <p:sldId id="301" r:id="rId16"/>
    <p:sldId id="303" r:id="rId17"/>
    <p:sldId id="302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18A"/>
    <a:srgbClr val="4267B2"/>
    <a:srgbClr val="A3B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5" autoAdjust="0"/>
    <p:restoredTop sz="95822" autoAdjust="0"/>
  </p:normalViewPr>
  <p:slideViewPr>
    <p:cSldViewPr snapToGrid="0">
      <p:cViewPr varScale="1">
        <p:scale>
          <a:sx n="91" d="100"/>
          <a:sy n="91" d="100"/>
        </p:scale>
        <p:origin x="13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47E8E-88EA-46C6-BB15-A5D28211A557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1A994-62AF-49F0-BBC3-79F73CD7C58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2742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1A994-62AF-49F0-BBC3-79F73CD7C582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6522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236F0020-9061-4E1F-950A-27D2CEE792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EBE925B8-CDD0-45F7-8C13-D5F410AE31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7000">
                <a:srgbClr val="FFFFFF">
                  <a:alpha val="0"/>
                </a:srgbClr>
              </a:gs>
              <a:gs pos="36000">
                <a:srgbClr val="FFFFFF">
                  <a:alpha val="90000"/>
                </a:srgbClr>
              </a:gs>
              <a:gs pos="18000">
                <a:srgbClr val="FFFFFF"/>
              </a:gs>
            </a:gsLst>
            <a:path path="rect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E652B98-E0E8-4A03-9A18-690457AB55C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rgbClr val="FFFFFF">
                  <a:alpha val="0"/>
                </a:srgbClr>
              </a:gs>
              <a:gs pos="13000">
                <a:srgbClr val="FFFFFF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7A6B55A-957E-4B79-8EC4-B4D5434BFCD3}"/>
              </a:ext>
            </a:extLst>
          </p:cNvPr>
          <p:cNvSpPr/>
          <p:nvPr userDrawn="1"/>
        </p:nvSpPr>
        <p:spPr>
          <a:xfrm>
            <a:off x="1524000" y="1600200"/>
            <a:ext cx="9144000" cy="3543300"/>
          </a:xfrm>
          <a:prstGeom prst="rect">
            <a:avLst/>
          </a:prstGeom>
          <a:solidFill>
            <a:srgbClr val="4267B2"/>
          </a:solidFill>
          <a:ln>
            <a:solidFill>
              <a:srgbClr val="4267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DC699A95-C20B-4BBF-8E02-29BCBA983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551667"/>
          </a:xfrm>
        </p:spPr>
        <p:txBody>
          <a:bodyPr anchor="b">
            <a:noAutofit/>
          </a:bodyPr>
          <a:lstStyle>
            <a:lvl1pPr algn="ctr">
              <a:defRPr sz="56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7" name="Sottotitolo 2">
            <a:extLst>
              <a:ext uri="{FF2B5EF4-FFF2-40B4-BE49-F238E27FC236}">
                <a16:creationId xmlns:a16="http://schemas.microsoft.com/office/drawing/2014/main" id="{24B6EAF8-1F59-416F-A2E8-88499784D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9598"/>
            <a:ext cx="9144000" cy="903902"/>
          </a:xfrm>
        </p:spPr>
        <p:txBody>
          <a:bodyPr anchor="ctr">
            <a:normAutofit/>
          </a:bodyPr>
          <a:lstStyle>
            <a:lvl1pPr marL="0" indent="0" algn="ctr">
              <a:spcAft>
                <a:spcPts val="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  <a:p>
            <a:r>
              <a:rPr lang="it-IT" dirty="0"/>
              <a:t>Molto probabilmente qua ci andrà un’altra riga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506D9D8C-5A1F-41D2-9C39-9C94867969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443" y="5491649"/>
            <a:ext cx="2328333" cy="101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736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2" userDrawn="1">
          <p15:clr>
            <a:srgbClr val="FBAE40"/>
          </p15:clr>
        </p15:guide>
        <p15:guide id="3" orient="horz" pos="2664" userDrawn="1">
          <p15:clr>
            <a:srgbClr val="FBAE40"/>
          </p15:clr>
        </p15:guide>
        <p15:guide id="4" pos="7608" userDrawn="1">
          <p15:clr>
            <a:srgbClr val="FBAE40"/>
          </p15:clr>
        </p15:guide>
        <p15:guide id="5" orient="horz" pos="3240" userDrawn="1">
          <p15:clr>
            <a:srgbClr val="FBAE40"/>
          </p15:clr>
        </p15:guide>
        <p15:guide id="6" pos="6720" userDrawn="1">
          <p15:clr>
            <a:srgbClr val="FBAE40"/>
          </p15:clr>
        </p15:guide>
        <p15:guide id="7" pos="9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D49700-6F27-4836-9DDF-B1642553E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2A2ADF-E5AB-4B06-8C4D-9698952E0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C960F2-F613-44A5-8E98-0E1D491F19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F916DD-2867-4D11-9D6C-CD0FCB60E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2ECDD5-5E5D-49EB-AFEC-0C478851B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44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1F0D9D-3D6F-4510-B793-CF4F508EA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6BB934-D325-4FB6-8E29-D11E311BC5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1176A7-AE37-44D3-8624-62BF146F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9D062C0-7281-483C-9BBB-CE98BBD8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77A08AF7-F7D8-438B-A658-B1A1CE199B5A}"/>
              </a:ext>
            </a:extLst>
          </p:cNvPr>
          <p:cNvSpPr/>
          <p:nvPr userDrawn="1"/>
        </p:nvSpPr>
        <p:spPr>
          <a:xfrm>
            <a:off x="1270537" y="2136479"/>
            <a:ext cx="805313" cy="800357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969BC944-F5BC-4D42-8199-F7A6FA7E6390}"/>
              </a:ext>
            </a:extLst>
          </p:cNvPr>
          <p:cNvSpPr/>
          <p:nvPr userDrawn="1"/>
        </p:nvSpPr>
        <p:spPr>
          <a:xfrm>
            <a:off x="1270537" y="3352323"/>
            <a:ext cx="805313" cy="800357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51673D28-5C46-4736-BABC-63F14CD4A463}"/>
              </a:ext>
            </a:extLst>
          </p:cNvPr>
          <p:cNvSpPr/>
          <p:nvPr userDrawn="1"/>
        </p:nvSpPr>
        <p:spPr>
          <a:xfrm>
            <a:off x="1270537" y="4526500"/>
            <a:ext cx="805313" cy="800357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AA9C5C72-9EBE-4DF7-A84E-847538BDFF90}"/>
              </a:ext>
            </a:extLst>
          </p:cNvPr>
          <p:cNvSpPr/>
          <p:nvPr userDrawn="1"/>
        </p:nvSpPr>
        <p:spPr>
          <a:xfrm>
            <a:off x="6424950" y="2141069"/>
            <a:ext cx="805313" cy="800357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1A726881-99D7-4E43-B30A-BD859676D0E6}"/>
              </a:ext>
            </a:extLst>
          </p:cNvPr>
          <p:cNvSpPr/>
          <p:nvPr userDrawn="1"/>
        </p:nvSpPr>
        <p:spPr>
          <a:xfrm>
            <a:off x="6424950" y="3352323"/>
            <a:ext cx="805313" cy="800357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3896A65B-1309-4146-9D04-3A90ACB3306B}"/>
              </a:ext>
            </a:extLst>
          </p:cNvPr>
          <p:cNvSpPr/>
          <p:nvPr userDrawn="1"/>
        </p:nvSpPr>
        <p:spPr>
          <a:xfrm>
            <a:off x="6424950" y="4526500"/>
            <a:ext cx="805313" cy="800357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9128748-9FBD-4DD4-BEA6-6B50E71C5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1586" y="2225508"/>
            <a:ext cx="3368675" cy="622300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it-IT" dirty="0"/>
              <a:t>Item #1</a:t>
            </a:r>
          </a:p>
        </p:txBody>
      </p:sp>
      <p:sp>
        <p:nvSpPr>
          <p:cNvPr id="17" name="Segnaposto testo 15">
            <a:extLst>
              <a:ext uri="{FF2B5EF4-FFF2-40B4-BE49-F238E27FC236}">
                <a16:creationId xmlns:a16="http://schemas.microsoft.com/office/drawing/2014/main" id="{09444FDE-510C-4F14-A767-4497BFA29B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5999" y="2225508"/>
            <a:ext cx="3368675" cy="622300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it-IT" dirty="0"/>
              <a:t>Item #1</a:t>
            </a:r>
          </a:p>
        </p:txBody>
      </p:sp>
      <p:sp>
        <p:nvSpPr>
          <p:cNvPr id="18" name="Segnaposto testo 15">
            <a:extLst>
              <a:ext uri="{FF2B5EF4-FFF2-40B4-BE49-F238E27FC236}">
                <a16:creationId xmlns:a16="http://schemas.microsoft.com/office/drawing/2014/main" id="{9D2F3792-3648-4B0B-BE61-8371484516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01586" y="3441860"/>
            <a:ext cx="3368675" cy="622300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it-IT" dirty="0"/>
              <a:t>Item #1</a:t>
            </a:r>
          </a:p>
        </p:txBody>
      </p:sp>
      <p:sp>
        <p:nvSpPr>
          <p:cNvPr id="19" name="Segnaposto testo 15">
            <a:extLst>
              <a:ext uri="{FF2B5EF4-FFF2-40B4-BE49-F238E27FC236}">
                <a16:creationId xmlns:a16="http://schemas.microsoft.com/office/drawing/2014/main" id="{5E3CF691-A6B9-4D3C-85E2-244C7FAF58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01586" y="4615529"/>
            <a:ext cx="3368675" cy="622300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it-IT" dirty="0"/>
              <a:t>Item #1</a:t>
            </a:r>
          </a:p>
        </p:txBody>
      </p:sp>
      <p:sp>
        <p:nvSpPr>
          <p:cNvPr id="20" name="Segnaposto testo 15">
            <a:extLst>
              <a:ext uri="{FF2B5EF4-FFF2-40B4-BE49-F238E27FC236}">
                <a16:creationId xmlns:a16="http://schemas.microsoft.com/office/drawing/2014/main" id="{B0BB3CCA-72A8-4AB8-A5F5-762504BFC9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55999" y="3441352"/>
            <a:ext cx="3368675" cy="622300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it-IT" dirty="0"/>
              <a:t>Item #1</a:t>
            </a:r>
          </a:p>
        </p:txBody>
      </p:sp>
      <p:sp>
        <p:nvSpPr>
          <p:cNvPr id="21" name="Segnaposto testo 15">
            <a:extLst>
              <a:ext uri="{FF2B5EF4-FFF2-40B4-BE49-F238E27FC236}">
                <a16:creationId xmlns:a16="http://schemas.microsoft.com/office/drawing/2014/main" id="{23F62706-4AAA-4FE8-A44C-5CBB5110C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55999" y="4615529"/>
            <a:ext cx="3368675" cy="622300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it-IT" dirty="0"/>
              <a:t>Item #1</a:t>
            </a:r>
          </a:p>
        </p:txBody>
      </p:sp>
      <p:sp>
        <p:nvSpPr>
          <p:cNvPr id="33" name="Segnaposto contenuto 31">
            <a:extLst>
              <a:ext uri="{FF2B5EF4-FFF2-40B4-BE49-F238E27FC236}">
                <a16:creationId xmlns:a16="http://schemas.microsoft.com/office/drawing/2014/main" id="{F50D2946-7AE9-4579-A426-D6396B21060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407446" y="2264407"/>
            <a:ext cx="530352" cy="53035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#</a:t>
            </a:r>
          </a:p>
        </p:txBody>
      </p:sp>
      <p:sp>
        <p:nvSpPr>
          <p:cNvPr id="34" name="Segnaposto contenuto 31">
            <a:extLst>
              <a:ext uri="{FF2B5EF4-FFF2-40B4-BE49-F238E27FC236}">
                <a16:creationId xmlns:a16="http://schemas.microsoft.com/office/drawing/2014/main" id="{109F14DF-1FB1-4626-B797-61D2529014B0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407446" y="3485953"/>
            <a:ext cx="530352" cy="53035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#</a:t>
            </a:r>
          </a:p>
        </p:txBody>
      </p:sp>
      <p:sp>
        <p:nvSpPr>
          <p:cNvPr id="35" name="Segnaposto contenuto 31">
            <a:extLst>
              <a:ext uri="{FF2B5EF4-FFF2-40B4-BE49-F238E27FC236}">
                <a16:creationId xmlns:a16="http://schemas.microsoft.com/office/drawing/2014/main" id="{00C6E211-2B2F-49A2-964E-A049D426BEAF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1410642" y="4659602"/>
            <a:ext cx="530352" cy="53035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#</a:t>
            </a:r>
          </a:p>
        </p:txBody>
      </p:sp>
      <p:sp>
        <p:nvSpPr>
          <p:cNvPr id="36" name="Segnaposto contenuto 31">
            <a:extLst>
              <a:ext uri="{FF2B5EF4-FFF2-40B4-BE49-F238E27FC236}">
                <a16:creationId xmlns:a16="http://schemas.microsoft.com/office/drawing/2014/main" id="{D0CE57DA-61A0-4CB5-A0D9-B36E9301AF73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562311" y="2271481"/>
            <a:ext cx="530352" cy="53035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#</a:t>
            </a:r>
          </a:p>
        </p:txBody>
      </p:sp>
      <p:sp>
        <p:nvSpPr>
          <p:cNvPr id="37" name="Segnaposto contenuto 31">
            <a:extLst>
              <a:ext uri="{FF2B5EF4-FFF2-40B4-BE49-F238E27FC236}">
                <a16:creationId xmlns:a16="http://schemas.microsoft.com/office/drawing/2014/main" id="{3E0BFCD7-BDA4-4D29-81DF-DB2287AD8C8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562311" y="3490386"/>
            <a:ext cx="530352" cy="53035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#</a:t>
            </a:r>
          </a:p>
        </p:txBody>
      </p:sp>
      <p:sp>
        <p:nvSpPr>
          <p:cNvPr id="38" name="Segnaposto contenuto 31">
            <a:extLst>
              <a:ext uri="{FF2B5EF4-FFF2-40B4-BE49-F238E27FC236}">
                <a16:creationId xmlns:a16="http://schemas.microsoft.com/office/drawing/2014/main" id="{D4834AEB-48F9-4EF4-B273-71B0F2847428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562311" y="4655190"/>
            <a:ext cx="530352" cy="530352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968125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92" userDrawn="1">
          <p15:clr>
            <a:srgbClr val="FBAE40"/>
          </p15:clr>
        </p15:guide>
        <p15:guide id="2" pos="688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x Id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1F0D9D-3D6F-4510-B793-CF4F508EA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6BB934-D325-4FB6-8E29-D11E311BC5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1176A7-AE37-44D3-8624-62BF146F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9D062C0-7281-483C-9BBB-CE98BBD8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9128748-9FBD-4DD4-BEA6-6B50E71C5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18013" y="2060410"/>
            <a:ext cx="8935786" cy="952493"/>
          </a:xfrm>
        </p:spPr>
        <p:txBody>
          <a:bodyPr anchor="ctr">
            <a:normAutofit/>
          </a:bodyPr>
          <a:lstStyle>
            <a:lvl1pPr marL="0" indent="0">
              <a:spcAft>
                <a:spcPts val="0"/>
              </a:spcAft>
              <a:buNone/>
              <a:defRPr sz="2400"/>
            </a:lvl1pPr>
          </a:lstStyle>
          <a:p>
            <a:pPr lvl="0"/>
            <a:r>
              <a:rPr lang="it-IT" dirty="0"/>
              <a:t>Item #1 line 1</a:t>
            </a:r>
          </a:p>
          <a:p>
            <a:pPr lvl="0"/>
            <a:r>
              <a:rPr lang="it-IT" dirty="0"/>
              <a:t>line 2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5FCF52C4-EE0B-4BDA-BBBC-5BC1CA49494B}"/>
              </a:ext>
            </a:extLst>
          </p:cNvPr>
          <p:cNvGrpSpPr/>
          <p:nvPr userDrawn="1"/>
        </p:nvGrpSpPr>
        <p:grpSpPr>
          <a:xfrm>
            <a:off x="1270537" y="2136479"/>
            <a:ext cx="805313" cy="800357"/>
            <a:chOff x="1270537" y="2136479"/>
            <a:chExt cx="805313" cy="800357"/>
          </a:xfrm>
        </p:grpSpPr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77A08AF7-F7D8-438B-A658-B1A1CE199B5A}"/>
                </a:ext>
              </a:extLst>
            </p:cNvPr>
            <p:cNvSpPr/>
            <p:nvPr userDrawn="1"/>
          </p:nvSpPr>
          <p:spPr>
            <a:xfrm>
              <a:off x="1270537" y="2136479"/>
              <a:ext cx="805313" cy="80035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46" name="Google Shape;511;p39">
              <a:extLst>
                <a:ext uri="{FF2B5EF4-FFF2-40B4-BE49-F238E27FC236}">
                  <a16:creationId xmlns:a16="http://schemas.microsoft.com/office/drawing/2014/main" id="{32280684-5A32-4561-B540-86BCFF5B64ED}"/>
                </a:ext>
              </a:extLst>
            </p:cNvPr>
            <p:cNvGrpSpPr/>
            <p:nvPr userDrawn="1"/>
          </p:nvGrpSpPr>
          <p:grpSpPr>
            <a:xfrm>
              <a:off x="1450206" y="2266013"/>
              <a:ext cx="492674" cy="492674"/>
              <a:chOff x="2594069" y="1631835"/>
              <a:chExt cx="439624" cy="439627"/>
            </a:xfrm>
          </p:grpSpPr>
          <p:sp>
            <p:nvSpPr>
              <p:cNvPr id="47" name="Google Shape;512;p39">
                <a:extLst>
                  <a:ext uri="{FF2B5EF4-FFF2-40B4-BE49-F238E27FC236}">
                    <a16:creationId xmlns:a16="http://schemas.microsoft.com/office/drawing/2014/main" id="{F550EAD2-56C5-4E70-A9FA-F5545350BD70}"/>
                  </a:ext>
                </a:extLst>
              </p:cNvPr>
              <p:cNvSpPr/>
              <p:nvPr/>
            </p:nvSpPr>
            <p:spPr>
              <a:xfrm>
                <a:off x="2594069" y="1883311"/>
                <a:ext cx="188176" cy="188151"/>
              </a:xfrm>
              <a:custGeom>
                <a:avLst/>
                <a:gdLst/>
                <a:ahLst/>
                <a:cxnLst/>
                <a:rect l="l" t="t" r="r" b="b"/>
                <a:pathLst>
                  <a:path w="7527" h="7526" fill="none" extrusionOk="0">
                    <a:moveTo>
                      <a:pt x="5992" y="0"/>
                    </a:moveTo>
                    <a:lnTo>
                      <a:pt x="537" y="6430"/>
                    </a:lnTo>
                    <a:lnTo>
                      <a:pt x="1" y="7526"/>
                    </a:lnTo>
                    <a:lnTo>
                      <a:pt x="1097" y="6990"/>
                    </a:lnTo>
                    <a:lnTo>
                      <a:pt x="7526" y="1534"/>
                    </a:lnTo>
                    <a:lnTo>
                      <a:pt x="5992" y="0"/>
                    </a:lnTo>
                    <a:close/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48" name="Google Shape;513;p39">
                <a:extLst>
                  <a:ext uri="{FF2B5EF4-FFF2-40B4-BE49-F238E27FC236}">
                    <a16:creationId xmlns:a16="http://schemas.microsoft.com/office/drawing/2014/main" id="{53A8E6A0-906F-4ED9-BEE0-287CA8B176A4}"/>
                  </a:ext>
                </a:extLst>
              </p:cNvPr>
              <p:cNvSpPr/>
              <p:nvPr/>
            </p:nvSpPr>
            <p:spPr>
              <a:xfrm>
                <a:off x="2857717" y="1631835"/>
                <a:ext cx="175976" cy="176001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7040" fill="none" extrusionOk="0">
                    <a:moveTo>
                      <a:pt x="268" y="2704"/>
                    </a:moveTo>
                    <a:lnTo>
                      <a:pt x="4336" y="6771"/>
                    </a:lnTo>
                    <a:lnTo>
                      <a:pt x="4336" y="6771"/>
                    </a:lnTo>
                    <a:lnTo>
                      <a:pt x="4336" y="6771"/>
                    </a:lnTo>
                    <a:lnTo>
                      <a:pt x="4652" y="6917"/>
                    </a:lnTo>
                    <a:lnTo>
                      <a:pt x="4993" y="7015"/>
                    </a:lnTo>
                    <a:lnTo>
                      <a:pt x="5310" y="7039"/>
                    </a:lnTo>
                    <a:lnTo>
                      <a:pt x="5651" y="7039"/>
                    </a:lnTo>
                    <a:lnTo>
                      <a:pt x="5992" y="6966"/>
                    </a:lnTo>
                    <a:lnTo>
                      <a:pt x="6308" y="6844"/>
                    </a:lnTo>
                    <a:lnTo>
                      <a:pt x="6454" y="6747"/>
                    </a:lnTo>
                    <a:lnTo>
                      <a:pt x="6601" y="6674"/>
                    </a:lnTo>
                    <a:lnTo>
                      <a:pt x="6747" y="6552"/>
                    </a:lnTo>
                    <a:lnTo>
                      <a:pt x="6893" y="6430"/>
                    </a:lnTo>
                    <a:lnTo>
                      <a:pt x="6893" y="6430"/>
                    </a:lnTo>
                    <a:lnTo>
                      <a:pt x="6942" y="6357"/>
                    </a:lnTo>
                    <a:lnTo>
                      <a:pt x="7015" y="6260"/>
                    </a:lnTo>
                    <a:lnTo>
                      <a:pt x="7039" y="6138"/>
                    </a:lnTo>
                    <a:lnTo>
                      <a:pt x="7039" y="6041"/>
                    </a:lnTo>
                    <a:lnTo>
                      <a:pt x="7039" y="6041"/>
                    </a:lnTo>
                    <a:lnTo>
                      <a:pt x="7039" y="5943"/>
                    </a:lnTo>
                    <a:lnTo>
                      <a:pt x="7015" y="5846"/>
                    </a:lnTo>
                    <a:lnTo>
                      <a:pt x="6942" y="5748"/>
                    </a:lnTo>
                    <a:lnTo>
                      <a:pt x="6893" y="5651"/>
                    </a:lnTo>
                    <a:lnTo>
                      <a:pt x="1389" y="147"/>
                    </a:lnTo>
                    <a:lnTo>
                      <a:pt x="1389" y="147"/>
                    </a:lnTo>
                    <a:lnTo>
                      <a:pt x="1291" y="98"/>
                    </a:lnTo>
                    <a:lnTo>
                      <a:pt x="1194" y="25"/>
                    </a:lnTo>
                    <a:lnTo>
                      <a:pt x="1096" y="0"/>
                    </a:lnTo>
                    <a:lnTo>
                      <a:pt x="999" y="0"/>
                    </a:lnTo>
                    <a:lnTo>
                      <a:pt x="999" y="0"/>
                    </a:lnTo>
                    <a:lnTo>
                      <a:pt x="902" y="0"/>
                    </a:lnTo>
                    <a:lnTo>
                      <a:pt x="780" y="25"/>
                    </a:lnTo>
                    <a:lnTo>
                      <a:pt x="682" y="98"/>
                    </a:lnTo>
                    <a:lnTo>
                      <a:pt x="609" y="147"/>
                    </a:lnTo>
                    <a:lnTo>
                      <a:pt x="609" y="147"/>
                    </a:lnTo>
                    <a:lnTo>
                      <a:pt x="487" y="293"/>
                    </a:lnTo>
                    <a:lnTo>
                      <a:pt x="366" y="439"/>
                    </a:lnTo>
                    <a:lnTo>
                      <a:pt x="293" y="585"/>
                    </a:lnTo>
                    <a:lnTo>
                      <a:pt x="195" y="731"/>
                    </a:lnTo>
                    <a:lnTo>
                      <a:pt x="73" y="1048"/>
                    </a:lnTo>
                    <a:lnTo>
                      <a:pt x="0" y="1389"/>
                    </a:lnTo>
                    <a:lnTo>
                      <a:pt x="0" y="1730"/>
                    </a:lnTo>
                    <a:lnTo>
                      <a:pt x="25" y="2046"/>
                    </a:lnTo>
                    <a:lnTo>
                      <a:pt x="122" y="2387"/>
                    </a:lnTo>
                    <a:lnTo>
                      <a:pt x="268" y="2704"/>
                    </a:lnTo>
                    <a:lnTo>
                      <a:pt x="268" y="2704"/>
                    </a:lnTo>
                    <a:close/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49" name="Google Shape;514;p39">
                <a:extLst>
                  <a:ext uri="{FF2B5EF4-FFF2-40B4-BE49-F238E27FC236}">
                    <a16:creationId xmlns:a16="http://schemas.microsoft.com/office/drawing/2014/main" id="{F0791318-1F62-4A7E-B954-6A3625D328F5}"/>
                  </a:ext>
                </a:extLst>
              </p:cNvPr>
              <p:cNvSpPr/>
              <p:nvPr/>
            </p:nvSpPr>
            <p:spPr>
              <a:xfrm>
                <a:off x="2662869" y="1699412"/>
                <a:ext cx="303252" cy="303252"/>
              </a:xfrm>
              <a:custGeom>
                <a:avLst/>
                <a:gdLst/>
                <a:ahLst/>
                <a:cxnLst/>
                <a:rect l="l" t="t" r="r" b="b"/>
                <a:pathLst>
                  <a:path w="12130" h="12130" fill="none" extrusionOk="0">
                    <a:moveTo>
                      <a:pt x="8038" y="1"/>
                    </a:moveTo>
                    <a:lnTo>
                      <a:pt x="4872" y="3191"/>
                    </a:lnTo>
                    <a:lnTo>
                      <a:pt x="4872" y="3191"/>
                    </a:lnTo>
                    <a:lnTo>
                      <a:pt x="4628" y="3094"/>
                    </a:lnTo>
                    <a:lnTo>
                      <a:pt x="4385" y="2997"/>
                    </a:lnTo>
                    <a:lnTo>
                      <a:pt x="4092" y="2899"/>
                    </a:lnTo>
                    <a:lnTo>
                      <a:pt x="3800" y="2850"/>
                    </a:lnTo>
                    <a:lnTo>
                      <a:pt x="3484" y="2777"/>
                    </a:lnTo>
                    <a:lnTo>
                      <a:pt x="3167" y="2729"/>
                    </a:lnTo>
                    <a:lnTo>
                      <a:pt x="2850" y="2704"/>
                    </a:lnTo>
                    <a:lnTo>
                      <a:pt x="2534" y="2704"/>
                    </a:lnTo>
                    <a:lnTo>
                      <a:pt x="2534" y="2704"/>
                    </a:lnTo>
                    <a:lnTo>
                      <a:pt x="2241" y="2704"/>
                    </a:lnTo>
                    <a:lnTo>
                      <a:pt x="1949" y="2729"/>
                    </a:lnTo>
                    <a:lnTo>
                      <a:pt x="1633" y="2777"/>
                    </a:lnTo>
                    <a:lnTo>
                      <a:pt x="1316" y="2850"/>
                    </a:lnTo>
                    <a:lnTo>
                      <a:pt x="999" y="2972"/>
                    </a:lnTo>
                    <a:lnTo>
                      <a:pt x="707" y="3094"/>
                    </a:lnTo>
                    <a:lnTo>
                      <a:pt x="415" y="3289"/>
                    </a:lnTo>
                    <a:lnTo>
                      <a:pt x="147" y="3508"/>
                    </a:lnTo>
                    <a:lnTo>
                      <a:pt x="147" y="3508"/>
                    </a:lnTo>
                    <a:lnTo>
                      <a:pt x="74" y="3581"/>
                    </a:lnTo>
                    <a:lnTo>
                      <a:pt x="25" y="3678"/>
                    </a:lnTo>
                    <a:lnTo>
                      <a:pt x="1" y="3776"/>
                    </a:lnTo>
                    <a:lnTo>
                      <a:pt x="1" y="3898"/>
                    </a:lnTo>
                    <a:lnTo>
                      <a:pt x="1" y="3898"/>
                    </a:lnTo>
                    <a:lnTo>
                      <a:pt x="1" y="3995"/>
                    </a:lnTo>
                    <a:lnTo>
                      <a:pt x="25" y="4093"/>
                    </a:lnTo>
                    <a:lnTo>
                      <a:pt x="74" y="4190"/>
                    </a:lnTo>
                    <a:lnTo>
                      <a:pt x="147" y="4287"/>
                    </a:lnTo>
                    <a:lnTo>
                      <a:pt x="7843" y="11984"/>
                    </a:lnTo>
                    <a:lnTo>
                      <a:pt x="7843" y="11984"/>
                    </a:lnTo>
                    <a:lnTo>
                      <a:pt x="7941" y="12057"/>
                    </a:lnTo>
                    <a:lnTo>
                      <a:pt x="8038" y="12105"/>
                    </a:lnTo>
                    <a:lnTo>
                      <a:pt x="8135" y="12130"/>
                    </a:lnTo>
                    <a:lnTo>
                      <a:pt x="8233" y="12130"/>
                    </a:lnTo>
                    <a:lnTo>
                      <a:pt x="8233" y="12130"/>
                    </a:lnTo>
                    <a:lnTo>
                      <a:pt x="8355" y="12130"/>
                    </a:lnTo>
                    <a:lnTo>
                      <a:pt x="8452" y="12105"/>
                    </a:lnTo>
                    <a:lnTo>
                      <a:pt x="8549" y="12057"/>
                    </a:lnTo>
                    <a:lnTo>
                      <a:pt x="8622" y="11984"/>
                    </a:lnTo>
                    <a:lnTo>
                      <a:pt x="8622" y="11984"/>
                    </a:lnTo>
                    <a:lnTo>
                      <a:pt x="8842" y="11716"/>
                    </a:lnTo>
                    <a:lnTo>
                      <a:pt x="9036" y="11423"/>
                    </a:lnTo>
                    <a:lnTo>
                      <a:pt x="9158" y="11131"/>
                    </a:lnTo>
                    <a:lnTo>
                      <a:pt x="9280" y="10814"/>
                    </a:lnTo>
                    <a:lnTo>
                      <a:pt x="9353" y="10498"/>
                    </a:lnTo>
                    <a:lnTo>
                      <a:pt x="9402" y="10181"/>
                    </a:lnTo>
                    <a:lnTo>
                      <a:pt x="9426" y="9889"/>
                    </a:lnTo>
                    <a:lnTo>
                      <a:pt x="9426" y="9597"/>
                    </a:lnTo>
                    <a:lnTo>
                      <a:pt x="9426" y="9597"/>
                    </a:lnTo>
                    <a:lnTo>
                      <a:pt x="9426" y="9280"/>
                    </a:lnTo>
                    <a:lnTo>
                      <a:pt x="9402" y="8964"/>
                    </a:lnTo>
                    <a:lnTo>
                      <a:pt x="9353" y="8647"/>
                    </a:lnTo>
                    <a:lnTo>
                      <a:pt x="9280" y="8330"/>
                    </a:lnTo>
                    <a:lnTo>
                      <a:pt x="9231" y="8038"/>
                    </a:lnTo>
                    <a:lnTo>
                      <a:pt x="9134" y="7746"/>
                    </a:lnTo>
                    <a:lnTo>
                      <a:pt x="9036" y="7502"/>
                    </a:lnTo>
                    <a:lnTo>
                      <a:pt x="8939" y="7259"/>
                    </a:lnTo>
                    <a:lnTo>
                      <a:pt x="12130" y="4093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50" name="Google Shape;515;p39">
                <a:extLst>
                  <a:ext uri="{FF2B5EF4-FFF2-40B4-BE49-F238E27FC236}">
                    <a16:creationId xmlns:a16="http://schemas.microsoft.com/office/drawing/2014/main" id="{346CE92D-1171-4203-9446-98D952E07BC1}"/>
                  </a:ext>
                </a:extLst>
              </p:cNvPr>
              <p:cNvSpPr/>
              <p:nvPr/>
            </p:nvSpPr>
            <p:spPr>
              <a:xfrm>
                <a:off x="2801675" y="1740825"/>
                <a:ext cx="49950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98" fill="none" extrusionOk="0">
                    <a:moveTo>
                      <a:pt x="1" y="1997"/>
                    </a:moveTo>
                    <a:lnTo>
                      <a:pt x="1998" y="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</p:grpSp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5A02731C-D8DC-407E-8DB0-B9DCC7FCD80E}"/>
              </a:ext>
            </a:extLst>
          </p:cNvPr>
          <p:cNvGrpSpPr/>
          <p:nvPr userDrawn="1"/>
        </p:nvGrpSpPr>
        <p:grpSpPr>
          <a:xfrm>
            <a:off x="1270537" y="4681030"/>
            <a:ext cx="805313" cy="800357"/>
            <a:chOff x="1270537" y="4681030"/>
            <a:chExt cx="805313" cy="800357"/>
          </a:xfrm>
        </p:grpSpPr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AA9C5C72-9EBE-4DF7-A84E-847538BDFF90}"/>
                </a:ext>
              </a:extLst>
            </p:cNvPr>
            <p:cNvSpPr/>
            <p:nvPr userDrawn="1"/>
          </p:nvSpPr>
          <p:spPr>
            <a:xfrm>
              <a:off x="1270537" y="4681030"/>
              <a:ext cx="805313" cy="80035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56" name="Google Shape;799;p39">
              <a:extLst>
                <a:ext uri="{FF2B5EF4-FFF2-40B4-BE49-F238E27FC236}">
                  <a16:creationId xmlns:a16="http://schemas.microsoft.com/office/drawing/2014/main" id="{BFBB61BD-2CA3-4A1B-95F6-9899E40265EC}"/>
                </a:ext>
              </a:extLst>
            </p:cNvPr>
            <p:cNvGrpSpPr/>
            <p:nvPr userDrawn="1"/>
          </p:nvGrpSpPr>
          <p:grpSpPr>
            <a:xfrm>
              <a:off x="1505799" y="4801290"/>
              <a:ext cx="337725" cy="535439"/>
              <a:chOff x="6718575" y="2318625"/>
              <a:chExt cx="256950" cy="407375"/>
            </a:xfrm>
          </p:grpSpPr>
          <p:sp>
            <p:nvSpPr>
              <p:cNvPr id="57" name="Google Shape;800;p39">
                <a:extLst>
                  <a:ext uri="{FF2B5EF4-FFF2-40B4-BE49-F238E27FC236}">
                    <a16:creationId xmlns:a16="http://schemas.microsoft.com/office/drawing/2014/main" id="{54D71133-41DA-4C04-AD79-000F1940BD23}"/>
                  </a:ext>
                </a:extLst>
              </p:cNvPr>
              <p:cNvSpPr/>
              <p:nvPr/>
            </p:nvSpPr>
            <p:spPr>
              <a:xfrm>
                <a:off x="6795900" y="2673600"/>
                <a:ext cx="102300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902" fill="none" extrusionOk="0">
                    <a:moveTo>
                      <a:pt x="4092" y="902"/>
                    </a:moveTo>
                    <a:lnTo>
                      <a:pt x="4092" y="1"/>
                    </a:lnTo>
                    <a:lnTo>
                      <a:pt x="0" y="1"/>
                    </a:lnTo>
                    <a:lnTo>
                      <a:pt x="0" y="902"/>
                    </a:lnTo>
                    <a:lnTo>
                      <a:pt x="4092" y="902"/>
                    </a:lnTo>
                    <a:close/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58" name="Google Shape;801;p39">
                <a:extLst>
                  <a:ext uri="{FF2B5EF4-FFF2-40B4-BE49-F238E27FC236}">
                    <a16:creationId xmlns:a16="http://schemas.microsoft.com/office/drawing/2014/main" id="{403A8C78-D301-4BEC-B242-6969CB4A347D}"/>
                  </a:ext>
                </a:extLst>
              </p:cNvPr>
              <p:cNvSpPr/>
              <p:nvPr/>
            </p:nvSpPr>
            <p:spPr>
              <a:xfrm>
                <a:off x="6795900" y="2650475"/>
                <a:ext cx="102300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902" fill="none" extrusionOk="0">
                    <a:moveTo>
                      <a:pt x="4092" y="901"/>
                    </a:moveTo>
                    <a:lnTo>
                      <a:pt x="4092" y="0"/>
                    </a:lnTo>
                    <a:lnTo>
                      <a:pt x="0" y="0"/>
                    </a:lnTo>
                    <a:lnTo>
                      <a:pt x="0" y="901"/>
                    </a:lnTo>
                    <a:lnTo>
                      <a:pt x="4092" y="901"/>
                    </a:lnTo>
                    <a:close/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59" name="Google Shape;802;p39">
                <a:extLst>
                  <a:ext uri="{FF2B5EF4-FFF2-40B4-BE49-F238E27FC236}">
                    <a16:creationId xmlns:a16="http://schemas.microsoft.com/office/drawing/2014/main" id="{260471A9-E009-40C6-B1B6-BAFB9A9D7F87}"/>
                  </a:ext>
                </a:extLst>
              </p:cNvPr>
              <p:cNvSpPr/>
              <p:nvPr/>
            </p:nvSpPr>
            <p:spPr>
              <a:xfrm>
                <a:off x="6795900" y="2696125"/>
                <a:ext cx="102300" cy="29875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1195" fill="none" extrusionOk="0">
                    <a:moveTo>
                      <a:pt x="0" y="1"/>
                    </a:moveTo>
                    <a:lnTo>
                      <a:pt x="0" y="171"/>
                    </a:lnTo>
                    <a:lnTo>
                      <a:pt x="0" y="171"/>
                    </a:lnTo>
                    <a:lnTo>
                      <a:pt x="24" y="318"/>
                    </a:lnTo>
                    <a:lnTo>
                      <a:pt x="98" y="464"/>
                    </a:lnTo>
                    <a:lnTo>
                      <a:pt x="195" y="585"/>
                    </a:lnTo>
                    <a:lnTo>
                      <a:pt x="341" y="659"/>
                    </a:lnTo>
                    <a:lnTo>
                      <a:pt x="1875" y="1170"/>
                    </a:lnTo>
                    <a:lnTo>
                      <a:pt x="1875" y="1170"/>
                    </a:lnTo>
                    <a:lnTo>
                      <a:pt x="2046" y="1194"/>
                    </a:lnTo>
                    <a:lnTo>
                      <a:pt x="2046" y="1194"/>
                    </a:lnTo>
                    <a:lnTo>
                      <a:pt x="2216" y="1170"/>
                    </a:lnTo>
                    <a:lnTo>
                      <a:pt x="3751" y="659"/>
                    </a:lnTo>
                    <a:lnTo>
                      <a:pt x="3751" y="659"/>
                    </a:lnTo>
                    <a:lnTo>
                      <a:pt x="3897" y="585"/>
                    </a:lnTo>
                    <a:lnTo>
                      <a:pt x="3994" y="464"/>
                    </a:lnTo>
                    <a:lnTo>
                      <a:pt x="4067" y="318"/>
                    </a:lnTo>
                    <a:lnTo>
                      <a:pt x="4092" y="171"/>
                    </a:lnTo>
                    <a:lnTo>
                      <a:pt x="4092" y="1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60" name="Google Shape;803;p39">
                <a:extLst>
                  <a:ext uri="{FF2B5EF4-FFF2-40B4-BE49-F238E27FC236}">
                    <a16:creationId xmlns:a16="http://schemas.microsoft.com/office/drawing/2014/main" id="{F8D287BD-0542-45E0-8588-A6078318D269}"/>
                  </a:ext>
                </a:extLst>
              </p:cNvPr>
              <p:cNvSpPr/>
              <p:nvPr/>
            </p:nvSpPr>
            <p:spPr>
              <a:xfrm>
                <a:off x="6784925" y="2459275"/>
                <a:ext cx="35350" cy="1668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6675" fill="none" extrusionOk="0">
                    <a:moveTo>
                      <a:pt x="1413" y="6674"/>
                    </a:moveTo>
                    <a:lnTo>
                      <a:pt x="1413" y="6674"/>
                    </a:lnTo>
                    <a:lnTo>
                      <a:pt x="585" y="2850"/>
                    </a:lnTo>
                    <a:lnTo>
                      <a:pt x="1" y="1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61" name="Google Shape;804;p39">
                <a:extLst>
                  <a:ext uri="{FF2B5EF4-FFF2-40B4-BE49-F238E27FC236}">
                    <a16:creationId xmlns:a16="http://schemas.microsoft.com/office/drawing/2014/main" id="{2AE7F903-91E5-4E50-B35F-931A834F43EF}"/>
                  </a:ext>
                </a:extLst>
              </p:cNvPr>
              <p:cNvSpPr/>
              <p:nvPr/>
            </p:nvSpPr>
            <p:spPr>
              <a:xfrm>
                <a:off x="6718575" y="2318625"/>
                <a:ext cx="256950" cy="307525"/>
              </a:xfrm>
              <a:custGeom>
                <a:avLst/>
                <a:gdLst/>
                <a:ahLst/>
                <a:cxnLst/>
                <a:rect l="l" t="t" r="r" b="b"/>
                <a:pathLst>
                  <a:path w="10278" h="12301" fill="none" extrusionOk="0">
                    <a:moveTo>
                      <a:pt x="7185" y="12300"/>
                    </a:moveTo>
                    <a:lnTo>
                      <a:pt x="7185" y="12300"/>
                    </a:lnTo>
                    <a:lnTo>
                      <a:pt x="7307" y="11764"/>
                    </a:lnTo>
                    <a:lnTo>
                      <a:pt x="7477" y="11253"/>
                    </a:lnTo>
                    <a:lnTo>
                      <a:pt x="7672" y="10766"/>
                    </a:lnTo>
                    <a:lnTo>
                      <a:pt x="7891" y="10327"/>
                    </a:lnTo>
                    <a:lnTo>
                      <a:pt x="8135" y="9913"/>
                    </a:lnTo>
                    <a:lnTo>
                      <a:pt x="8378" y="9499"/>
                    </a:lnTo>
                    <a:lnTo>
                      <a:pt x="8914" y="8720"/>
                    </a:lnTo>
                    <a:lnTo>
                      <a:pt x="9182" y="8330"/>
                    </a:lnTo>
                    <a:lnTo>
                      <a:pt x="9425" y="7941"/>
                    </a:lnTo>
                    <a:lnTo>
                      <a:pt x="9645" y="7551"/>
                    </a:lnTo>
                    <a:lnTo>
                      <a:pt x="9864" y="7113"/>
                    </a:lnTo>
                    <a:lnTo>
                      <a:pt x="10034" y="6674"/>
                    </a:lnTo>
                    <a:lnTo>
                      <a:pt x="10156" y="6187"/>
                    </a:lnTo>
                    <a:lnTo>
                      <a:pt x="10229" y="5676"/>
                    </a:lnTo>
                    <a:lnTo>
                      <a:pt x="10253" y="5408"/>
                    </a:lnTo>
                    <a:lnTo>
                      <a:pt x="10278" y="5140"/>
                    </a:lnTo>
                    <a:lnTo>
                      <a:pt x="10278" y="5140"/>
                    </a:lnTo>
                    <a:lnTo>
                      <a:pt x="10229" y="4604"/>
                    </a:lnTo>
                    <a:lnTo>
                      <a:pt x="10156" y="4093"/>
                    </a:lnTo>
                    <a:lnTo>
                      <a:pt x="10034" y="3605"/>
                    </a:lnTo>
                    <a:lnTo>
                      <a:pt x="9864" y="3143"/>
                    </a:lnTo>
                    <a:lnTo>
                      <a:pt x="9645" y="2680"/>
                    </a:lnTo>
                    <a:lnTo>
                      <a:pt x="9401" y="2266"/>
                    </a:lnTo>
                    <a:lnTo>
                      <a:pt x="9084" y="1876"/>
                    </a:lnTo>
                    <a:lnTo>
                      <a:pt x="8768" y="1511"/>
                    </a:lnTo>
                    <a:lnTo>
                      <a:pt x="8402" y="1170"/>
                    </a:lnTo>
                    <a:lnTo>
                      <a:pt x="8013" y="878"/>
                    </a:lnTo>
                    <a:lnTo>
                      <a:pt x="7574" y="634"/>
                    </a:lnTo>
                    <a:lnTo>
                      <a:pt x="7136" y="415"/>
                    </a:lnTo>
                    <a:lnTo>
                      <a:pt x="6673" y="244"/>
                    </a:lnTo>
                    <a:lnTo>
                      <a:pt x="6162" y="98"/>
                    </a:lnTo>
                    <a:lnTo>
                      <a:pt x="5675" y="25"/>
                    </a:lnTo>
                    <a:lnTo>
                      <a:pt x="5139" y="1"/>
                    </a:lnTo>
                    <a:lnTo>
                      <a:pt x="5139" y="1"/>
                    </a:lnTo>
                    <a:lnTo>
                      <a:pt x="4603" y="25"/>
                    </a:lnTo>
                    <a:lnTo>
                      <a:pt x="4116" y="98"/>
                    </a:lnTo>
                    <a:lnTo>
                      <a:pt x="3605" y="244"/>
                    </a:lnTo>
                    <a:lnTo>
                      <a:pt x="3142" y="415"/>
                    </a:lnTo>
                    <a:lnTo>
                      <a:pt x="2703" y="634"/>
                    </a:lnTo>
                    <a:lnTo>
                      <a:pt x="2265" y="878"/>
                    </a:lnTo>
                    <a:lnTo>
                      <a:pt x="1875" y="1170"/>
                    </a:lnTo>
                    <a:lnTo>
                      <a:pt x="1510" y="1511"/>
                    </a:lnTo>
                    <a:lnTo>
                      <a:pt x="1193" y="1876"/>
                    </a:lnTo>
                    <a:lnTo>
                      <a:pt x="877" y="2266"/>
                    </a:lnTo>
                    <a:lnTo>
                      <a:pt x="633" y="2680"/>
                    </a:lnTo>
                    <a:lnTo>
                      <a:pt x="414" y="3143"/>
                    </a:lnTo>
                    <a:lnTo>
                      <a:pt x="244" y="3605"/>
                    </a:lnTo>
                    <a:lnTo>
                      <a:pt x="122" y="4093"/>
                    </a:lnTo>
                    <a:lnTo>
                      <a:pt x="49" y="4604"/>
                    </a:lnTo>
                    <a:lnTo>
                      <a:pt x="0" y="5140"/>
                    </a:lnTo>
                    <a:lnTo>
                      <a:pt x="0" y="5140"/>
                    </a:lnTo>
                    <a:lnTo>
                      <a:pt x="24" y="5408"/>
                    </a:lnTo>
                    <a:lnTo>
                      <a:pt x="49" y="5676"/>
                    </a:lnTo>
                    <a:lnTo>
                      <a:pt x="122" y="6187"/>
                    </a:lnTo>
                    <a:lnTo>
                      <a:pt x="244" y="6674"/>
                    </a:lnTo>
                    <a:lnTo>
                      <a:pt x="414" y="7113"/>
                    </a:lnTo>
                    <a:lnTo>
                      <a:pt x="633" y="7551"/>
                    </a:lnTo>
                    <a:lnTo>
                      <a:pt x="852" y="7941"/>
                    </a:lnTo>
                    <a:lnTo>
                      <a:pt x="1096" y="8330"/>
                    </a:lnTo>
                    <a:lnTo>
                      <a:pt x="1364" y="8720"/>
                    </a:lnTo>
                    <a:lnTo>
                      <a:pt x="1900" y="9499"/>
                    </a:lnTo>
                    <a:lnTo>
                      <a:pt x="2143" y="9913"/>
                    </a:lnTo>
                    <a:lnTo>
                      <a:pt x="2387" y="10327"/>
                    </a:lnTo>
                    <a:lnTo>
                      <a:pt x="2606" y="10766"/>
                    </a:lnTo>
                    <a:lnTo>
                      <a:pt x="2801" y="11253"/>
                    </a:lnTo>
                    <a:lnTo>
                      <a:pt x="2971" y="11764"/>
                    </a:lnTo>
                    <a:lnTo>
                      <a:pt x="3093" y="1230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62" name="Google Shape;805;p39">
                <a:extLst>
                  <a:ext uri="{FF2B5EF4-FFF2-40B4-BE49-F238E27FC236}">
                    <a16:creationId xmlns:a16="http://schemas.microsoft.com/office/drawing/2014/main" id="{03737687-8026-4FF4-8587-E0FD30A6AA2C}"/>
                  </a:ext>
                </a:extLst>
              </p:cNvPr>
              <p:cNvSpPr/>
              <p:nvPr/>
            </p:nvSpPr>
            <p:spPr>
              <a:xfrm>
                <a:off x="6873825" y="2459275"/>
                <a:ext cx="35350" cy="166875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6675" fill="none" extrusionOk="0">
                    <a:moveTo>
                      <a:pt x="1413" y="1"/>
                    </a:moveTo>
                    <a:lnTo>
                      <a:pt x="1413" y="1"/>
                    </a:lnTo>
                    <a:lnTo>
                      <a:pt x="829" y="2850"/>
                    </a:lnTo>
                    <a:lnTo>
                      <a:pt x="1" y="6674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63" name="Google Shape;806;p39">
                <a:extLst>
                  <a:ext uri="{FF2B5EF4-FFF2-40B4-BE49-F238E27FC236}">
                    <a16:creationId xmlns:a16="http://schemas.microsoft.com/office/drawing/2014/main" id="{058FA106-F867-410A-8B19-D0668E7E7456}"/>
                  </a:ext>
                </a:extLst>
              </p:cNvPr>
              <p:cNvSpPr/>
              <p:nvPr/>
            </p:nvSpPr>
            <p:spPr>
              <a:xfrm>
                <a:off x="6801975" y="2453200"/>
                <a:ext cx="90150" cy="19500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780" fill="none" extrusionOk="0">
                    <a:moveTo>
                      <a:pt x="1" y="73"/>
                    </a:moveTo>
                    <a:lnTo>
                      <a:pt x="829" y="780"/>
                    </a:lnTo>
                    <a:lnTo>
                      <a:pt x="1657" y="73"/>
                    </a:lnTo>
                    <a:lnTo>
                      <a:pt x="1657" y="73"/>
                    </a:lnTo>
                    <a:lnTo>
                      <a:pt x="1730" y="25"/>
                    </a:lnTo>
                    <a:lnTo>
                      <a:pt x="1803" y="0"/>
                    </a:lnTo>
                    <a:lnTo>
                      <a:pt x="1876" y="25"/>
                    </a:lnTo>
                    <a:lnTo>
                      <a:pt x="1949" y="73"/>
                    </a:lnTo>
                    <a:lnTo>
                      <a:pt x="2777" y="780"/>
                    </a:lnTo>
                    <a:lnTo>
                      <a:pt x="3605" y="73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64" name="Google Shape;807;p39">
                <a:extLst>
                  <a:ext uri="{FF2B5EF4-FFF2-40B4-BE49-F238E27FC236}">
                    <a16:creationId xmlns:a16="http://schemas.microsoft.com/office/drawing/2014/main" id="{EF876C32-AFF9-4B26-BE9E-0EFB57CBDB4D}"/>
                  </a:ext>
                </a:extLst>
              </p:cNvPr>
              <p:cNvSpPr/>
              <p:nvPr/>
            </p:nvSpPr>
            <p:spPr>
              <a:xfrm>
                <a:off x="6795900" y="2628550"/>
                <a:ext cx="102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1" fill="none" extrusionOk="0">
                    <a:moveTo>
                      <a:pt x="0" y="1"/>
                    </a:moveTo>
                    <a:lnTo>
                      <a:pt x="4092" y="1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</p:grpSp>
      </p:grpSp>
      <p:grpSp>
        <p:nvGrpSpPr>
          <p:cNvPr id="75" name="Gruppo 74">
            <a:extLst>
              <a:ext uri="{FF2B5EF4-FFF2-40B4-BE49-F238E27FC236}">
                <a16:creationId xmlns:a16="http://schemas.microsoft.com/office/drawing/2014/main" id="{BCEA4A71-5D17-4B9C-8B07-7B9529ADA6C2}"/>
              </a:ext>
            </a:extLst>
          </p:cNvPr>
          <p:cNvGrpSpPr/>
          <p:nvPr userDrawn="1"/>
        </p:nvGrpSpPr>
        <p:grpSpPr>
          <a:xfrm>
            <a:off x="1271761" y="3408754"/>
            <a:ext cx="805313" cy="800357"/>
            <a:chOff x="1271761" y="3408754"/>
            <a:chExt cx="805313" cy="800357"/>
          </a:xfrm>
        </p:grpSpPr>
        <p:sp>
          <p:nvSpPr>
            <p:cNvPr id="67" name="Ovale 66">
              <a:extLst>
                <a:ext uri="{FF2B5EF4-FFF2-40B4-BE49-F238E27FC236}">
                  <a16:creationId xmlns:a16="http://schemas.microsoft.com/office/drawing/2014/main" id="{C7065815-F348-4B5E-9F24-13F6F6C7E923}"/>
                </a:ext>
              </a:extLst>
            </p:cNvPr>
            <p:cNvSpPr/>
            <p:nvPr userDrawn="1"/>
          </p:nvSpPr>
          <p:spPr>
            <a:xfrm>
              <a:off x="1271761" y="3408754"/>
              <a:ext cx="805313" cy="80035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68" name="Google Shape;511;p39">
              <a:extLst>
                <a:ext uri="{FF2B5EF4-FFF2-40B4-BE49-F238E27FC236}">
                  <a16:creationId xmlns:a16="http://schemas.microsoft.com/office/drawing/2014/main" id="{1BFF26ED-8566-44EF-A61C-9B7F97714C92}"/>
                </a:ext>
              </a:extLst>
            </p:cNvPr>
            <p:cNvGrpSpPr/>
            <p:nvPr userDrawn="1"/>
          </p:nvGrpSpPr>
          <p:grpSpPr>
            <a:xfrm>
              <a:off x="1451430" y="3538288"/>
              <a:ext cx="492674" cy="492674"/>
              <a:chOff x="2594050" y="1631825"/>
              <a:chExt cx="439625" cy="439625"/>
            </a:xfrm>
          </p:grpSpPr>
          <p:sp>
            <p:nvSpPr>
              <p:cNvPr id="69" name="Google Shape;512;p39">
                <a:extLst>
                  <a:ext uri="{FF2B5EF4-FFF2-40B4-BE49-F238E27FC236}">
                    <a16:creationId xmlns:a16="http://schemas.microsoft.com/office/drawing/2014/main" id="{DDEEEE00-E637-455F-91B3-E816DABC16A9}"/>
                  </a:ext>
                </a:extLst>
              </p:cNvPr>
              <p:cNvSpPr/>
              <p:nvPr/>
            </p:nvSpPr>
            <p:spPr>
              <a:xfrm>
                <a:off x="2594050" y="1883300"/>
                <a:ext cx="1881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7527" h="7526" fill="none" extrusionOk="0">
                    <a:moveTo>
                      <a:pt x="5992" y="0"/>
                    </a:moveTo>
                    <a:lnTo>
                      <a:pt x="537" y="6430"/>
                    </a:lnTo>
                    <a:lnTo>
                      <a:pt x="1" y="7526"/>
                    </a:lnTo>
                    <a:lnTo>
                      <a:pt x="1097" y="6990"/>
                    </a:lnTo>
                    <a:lnTo>
                      <a:pt x="7526" y="1534"/>
                    </a:lnTo>
                    <a:lnTo>
                      <a:pt x="5992" y="0"/>
                    </a:lnTo>
                    <a:close/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70" name="Google Shape;513;p39">
                <a:extLst>
                  <a:ext uri="{FF2B5EF4-FFF2-40B4-BE49-F238E27FC236}">
                    <a16:creationId xmlns:a16="http://schemas.microsoft.com/office/drawing/2014/main" id="{9C8955A2-15E1-4C0C-8493-7F42A1567D51}"/>
                  </a:ext>
                </a:extLst>
              </p:cNvPr>
              <p:cNvSpPr/>
              <p:nvPr/>
            </p:nvSpPr>
            <p:spPr>
              <a:xfrm>
                <a:off x="2857700" y="1631825"/>
                <a:ext cx="175975" cy="176000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7040" fill="none" extrusionOk="0">
                    <a:moveTo>
                      <a:pt x="268" y="2704"/>
                    </a:moveTo>
                    <a:lnTo>
                      <a:pt x="4336" y="6771"/>
                    </a:lnTo>
                    <a:lnTo>
                      <a:pt x="4336" y="6771"/>
                    </a:lnTo>
                    <a:lnTo>
                      <a:pt x="4336" y="6771"/>
                    </a:lnTo>
                    <a:lnTo>
                      <a:pt x="4652" y="6917"/>
                    </a:lnTo>
                    <a:lnTo>
                      <a:pt x="4993" y="7015"/>
                    </a:lnTo>
                    <a:lnTo>
                      <a:pt x="5310" y="7039"/>
                    </a:lnTo>
                    <a:lnTo>
                      <a:pt x="5651" y="7039"/>
                    </a:lnTo>
                    <a:lnTo>
                      <a:pt x="5992" y="6966"/>
                    </a:lnTo>
                    <a:lnTo>
                      <a:pt x="6308" y="6844"/>
                    </a:lnTo>
                    <a:lnTo>
                      <a:pt x="6454" y="6747"/>
                    </a:lnTo>
                    <a:lnTo>
                      <a:pt x="6601" y="6674"/>
                    </a:lnTo>
                    <a:lnTo>
                      <a:pt x="6747" y="6552"/>
                    </a:lnTo>
                    <a:lnTo>
                      <a:pt x="6893" y="6430"/>
                    </a:lnTo>
                    <a:lnTo>
                      <a:pt x="6893" y="6430"/>
                    </a:lnTo>
                    <a:lnTo>
                      <a:pt x="6942" y="6357"/>
                    </a:lnTo>
                    <a:lnTo>
                      <a:pt x="7015" y="6260"/>
                    </a:lnTo>
                    <a:lnTo>
                      <a:pt x="7039" y="6138"/>
                    </a:lnTo>
                    <a:lnTo>
                      <a:pt x="7039" y="6041"/>
                    </a:lnTo>
                    <a:lnTo>
                      <a:pt x="7039" y="6041"/>
                    </a:lnTo>
                    <a:lnTo>
                      <a:pt x="7039" y="5943"/>
                    </a:lnTo>
                    <a:lnTo>
                      <a:pt x="7015" y="5846"/>
                    </a:lnTo>
                    <a:lnTo>
                      <a:pt x="6942" y="5748"/>
                    </a:lnTo>
                    <a:lnTo>
                      <a:pt x="6893" y="5651"/>
                    </a:lnTo>
                    <a:lnTo>
                      <a:pt x="1389" y="147"/>
                    </a:lnTo>
                    <a:lnTo>
                      <a:pt x="1389" y="147"/>
                    </a:lnTo>
                    <a:lnTo>
                      <a:pt x="1291" y="98"/>
                    </a:lnTo>
                    <a:lnTo>
                      <a:pt x="1194" y="25"/>
                    </a:lnTo>
                    <a:lnTo>
                      <a:pt x="1096" y="0"/>
                    </a:lnTo>
                    <a:lnTo>
                      <a:pt x="999" y="0"/>
                    </a:lnTo>
                    <a:lnTo>
                      <a:pt x="999" y="0"/>
                    </a:lnTo>
                    <a:lnTo>
                      <a:pt x="902" y="0"/>
                    </a:lnTo>
                    <a:lnTo>
                      <a:pt x="780" y="25"/>
                    </a:lnTo>
                    <a:lnTo>
                      <a:pt x="682" y="98"/>
                    </a:lnTo>
                    <a:lnTo>
                      <a:pt x="609" y="147"/>
                    </a:lnTo>
                    <a:lnTo>
                      <a:pt x="609" y="147"/>
                    </a:lnTo>
                    <a:lnTo>
                      <a:pt x="487" y="293"/>
                    </a:lnTo>
                    <a:lnTo>
                      <a:pt x="366" y="439"/>
                    </a:lnTo>
                    <a:lnTo>
                      <a:pt x="293" y="585"/>
                    </a:lnTo>
                    <a:lnTo>
                      <a:pt x="195" y="731"/>
                    </a:lnTo>
                    <a:lnTo>
                      <a:pt x="73" y="1048"/>
                    </a:lnTo>
                    <a:lnTo>
                      <a:pt x="0" y="1389"/>
                    </a:lnTo>
                    <a:lnTo>
                      <a:pt x="0" y="1730"/>
                    </a:lnTo>
                    <a:lnTo>
                      <a:pt x="25" y="2046"/>
                    </a:lnTo>
                    <a:lnTo>
                      <a:pt x="122" y="2387"/>
                    </a:lnTo>
                    <a:lnTo>
                      <a:pt x="268" y="2704"/>
                    </a:lnTo>
                    <a:lnTo>
                      <a:pt x="268" y="2704"/>
                    </a:lnTo>
                    <a:close/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71" name="Google Shape;514;p39">
                <a:extLst>
                  <a:ext uri="{FF2B5EF4-FFF2-40B4-BE49-F238E27FC236}">
                    <a16:creationId xmlns:a16="http://schemas.microsoft.com/office/drawing/2014/main" id="{47457906-7326-4EBE-BA0A-0EEDE1BD148D}"/>
                  </a:ext>
                </a:extLst>
              </p:cNvPr>
              <p:cNvSpPr/>
              <p:nvPr/>
            </p:nvSpPr>
            <p:spPr>
              <a:xfrm>
                <a:off x="2662850" y="1699400"/>
                <a:ext cx="303250" cy="303250"/>
              </a:xfrm>
              <a:custGeom>
                <a:avLst/>
                <a:gdLst/>
                <a:ahLst/>
                <a:cxnLst/>
                <a:rect l="l" t="t" r="r" b="b"/>
                <a:pathLst>
                  <a:path w="12130" h="12130" fill="none" extrusionOk="0">
                    <a:moveTo>
                      <a:pt x="8038" y="1"/>
                    </a:moveTo>
                    <a:lnTo>
                      <a:pt x="4872" y="3191"/>
                    </a:lnTo>
                    <a:lnTo>
                      <a:pt x="4872" y="3191"/>
                    </a:lnTo>
                    <a:lnTo>
                      <a:pt x="4628" y="3094"/>
                    </a:lnTo>
                    <a:lnTo>
                      <a:pt x="4385" y="2997"/>
                    </a:lnTo>
                    <a:lnTo>
                      <a:pt x="4092" y="2899"/>
                    </a:lnTo>
                    <a:lnTo>
                      <a:pt x="3800" y="2850"/>
                    </a:lnTo>
                    <a:lnTo>
                      <a:pt x="3484" y="2777"/>
                    </a:lnTo>
                    <a:lnTo>
                      <a:pt x="3167" y="2729"/>
                    </a:lnTo>
                    <a:lnTo>
                      <a:pt x="2850" y="2704"/>
                    </a:lnTo>
                    <a:lnTo>
                      <a:pt x="2534" y="2704"/>
                    </a:lnTo>
                    <a:lnTo>
                      <a:pt x="2534" y="2704"/>
                    </a:lnTo>
                    <a:lnTo>
                      <a:pt x="2241" y="2704"/>
                    </a:lnTo>
                    <a:lnTo>
                      <a:pt x="1949" y="2729"/>
                    </a:lnTo>
                    <a:lnTo>
                      <a:pt x="1633" y="2777"/>
                    </a:lnTo>
                    <a:lnTo>
                      <a:pt x="1316" y="2850"/>
                    </a:lnTo>
                    <a:lnTo>
                      <a:pt x="999" y="2972"/>
                    </a:lnTo>
                    <a:lnTo>
                      <a:pt x="707" y="3094"/>
                    </a:lnTo>
                    <a:lnTo>
                      <a:pt x="415" y="3289"/>
                    </a:lnTo>
                    <a:lnTo>
                      <a:pt x="147" y="3508"/>
                    </a:lnTo>
                    <a:lnTo>
                      <a:pt x="147" y="3508"/>
                    </a:lnTo>
                    <a:lnTo>
                      <a:pt x="74" y="3581"/>
                    </a:lnTo>
                    <a:lnTo>
                      <a:pt x="25" y="3678"/>
                    </a:lnTo>
                    <a:lnTo>
                      <a:pt x="1" y="3776"/>
                    </a:lnTo>
                    <a:lnTo>
                      <a:pt x="1" y="3898"/>
                    </a:lnTo>
                    <a:lnTo>
                      <a:pt x="1" y="3898"/>
                    </a:lnTo>
                    <a:lnTo>
                      <a:pt x="1" y="3995"/>
                    </a:lnTo>
                    <a:lnTo>
                      <a:pt x="25" y="4093"/>
                    </a:lnTo>
                    <a:lnTo>
                      <a:pt x="74" y="4190"/>
                    </a:lnTo>
                    <a:lnTo>
                      <a:pt x="147" y="4287"/>
                    </a:lnTo>
                    <a:lnTo>
                      <a:pt x="7843" y="11984"/>
                    </a:lnTo>
                    <a:lnTo>
                      <a:pt x="7843" y="11984"/>
                    </a:lnTo>
                    <a:lnTo>
                      <a:pt x="7941" y="12057"/>
                    </a:lnTo>
                    <a:lnTo>
                      <a:pt x="8038" y="12105"/>
                    </a:lnTo>
                    <a:lnTo>
                      <a:pt x="8135" y="12130"/>
                    </a:lnTo>
                    <a:lnTo>
                      <a:pt x="8233" y="12130"/>
                    </a:lnTo>
                    <a:lnTo>
                      <a:pt x="8233" y="12130"/>
                    </a:lnTo>
                    <a:lnTo>
                      <a:pt x="8355" y="12130"/>
                    </a:lnTo>
                    <a:lnTo>
                      <a:pt x="8452" y="12105"/>
                    </a:lnTo>
                    <a:lnTo>
                      <a:pt x="8549" y="12057"/>
                    </a:lnTo>
                    <a:lnTo>
                      <a:pt x="8622" y="11984"/>
                    </a:lnTo>
                    <a:lnTo>
                      <a:pt x="8622" y="11984"/>
                    </a:lnTo>
                    <a:lnTo>
                      <a:pt x="8842" y="11716"/>
                    </a:lnTo>
                    <a:lnTo>
                      <a:pt x="9036" y="11423"/>
                    </a:lnTo>
                    <a:lnTo>
                      <a:pt x="9158" y="11131"/>
                    </a:lnTo>
                    <a:lnTo>
                      <a:pt x="9280" y="10814"/>
                    </a:lnTo>
                    <a:lnTo>
                      <a:pt x="9353" y="10498"/>
                    </a:lnTo>
                    <a:lnTo>
                      <a:pt x="9402" y="10181"/>
                    </a:lnTo>
                    <a:lnTo>
                      <a:pt x="9426" y="9889"/>
                    </a:lnTo>
                    <a:lnTo>
                      <a:pt x="9426" y="9597"/>
                    </a:lnTo>
                    <a:lnTo>
                      <a:pt x="9426" y="9597"/>
                    </a:lnTo>
                    <a:lnTo>
                      <a:pt x="9426" y="9280"/>
                    </a:lnTo>
                    <a:lnTo>
                      <a:pt x="9402" y="8964"/>
                    </a:lnTo>
                    <a:lnTo>
                      <a:pt x="9353" y="8647"/>
                    </a:lnTo>
                    <a:lnTo>
                      <a:pt x="9280" y="8330"/>
                    </a:lnTo>
                    <a:lnTo>
                      <a:pt x="9231" y="8038"/>
                    </a:lnTo>
                    <a:lnTo>
                      <a:pt x="9134" y="7746"/>
                    </a:lnTo>
                    <a:lnTo>
                      <a:pt x="9036" y="7502"/>
                    </a:lnTo>
                    <a:lnTo>
                      <a:pt x="8939" y="7259"/>
                    </a:lnTo>
                    <a:lnTo>
                      <a:pt x="12130" y="4093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72" name="Google Shape;515;p39">
                <a:extLst>
                  <a:ext uri="{FF2B5EF4-FFF2-40B4-BE49-F238E27FC236}">
                    <a16:creationId xmlns:a16="http://schemas.microsoft.com/office/drawing/2014/main" id="{77159093-E6B7-4755-AEAD-446B2723369D}"/>
                  </a:ext>
                </a:extLst>
              </p:cNvPr>
              <p:cNvSpPr/>
              <p:nvPr/>
            </p:nvSpPr>
            <p:spPr>
              <a:xfrm>
                <a:off x="2801675" y="1740825"/>
                <a:ext cx="49950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998" h="1998" fill="none" extrusionOk="0">
                    <a:moveTo>
                      <a:pt x="1" y="1997"/>
                    </a:moveTo>
                    <a:lnTo>
                      <a:pt x="1998" y="0"/>
                    </a:lnTo>
                  </a:path>
                </a:pathLst>
              </a:custGeom>
              <a:noFill/>
              <a:ln w="2857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</p:grpSp>
      </p:grpSp>
      <p:sp>
        <p:nvSpPr>
          <p:cNvPr id="73" name="Segnaposto testo 15">
            <a:extLst>
              <a:ext uri="{FF2B5EF4-FFF2-40B4-BE49-F238E27FC236}">
                <a16:creationId xmlns:a16="http://schemas.microsoft.com/office/drawing/2014/main" id="{40E03BCE-3638-4A11-BB0B-49CD103D78D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418011" y="3332685"/>
            <a:ext cx="8935787" cy="952493"/>
          </a:xfrm>
        </p:spPr>
        <p:txBody>
          <a:bodyPr anchor="ctr">
            <a:normAutofit/>
          </a:bodyPr>
          <a:lstStyle>
            <a:lvl1pPr marL="0" indent="0">
              <a:spcAft>
                <a:spcPts val="0"/>
              </a:spcAft>
              <a:buNone/>
              <a:defRPr sz="2400"/>
            </a:lvl1pPr>
          </a:lstStyle>
          <a:p>
            <a:pPr lvl="0"/>
            <a:r>
              <a:rPr lang="it-IT" dirty="0"/>
              <a:t>Item #2 line 1</a:t>
            </a:r>
          </a:p>
          <a:p>
            <a:pPr lvl="0"/>
            <a:r>
              <a:rPr lang="it-IT" dirty="0"/>
              <a:t>line 2</a:t>
            </a:r>
          </a:p>
        </p:txBody>
      </p:sp>
      <p:sp>
        <p:nvSpPr>
          <p:cNvPr id="74" name="Segnaposto testo 15">
            <a:extLst>
              <a:ext uri="{FF2B5EF4-FFF2-40B4-BE49-F238E27FC236}">
                <a16:creationId xmlns:a16="http://schemas.microsoft.com/office/drawing/2014/main" id="{09A47ABE-4EB1-424B-AAB4-22E216F90F6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412745" y="4604961"/>
            <a:ext cx="8941055" cy="952493"/>
          </a:xfrm>
        </p:spPr>
        <p:txBody>
          <a:bodyPr anchor="ctr">
            <a:normAutofit/>
          </a:bodyPr>
          <a:lstStyle>
            <a:lvl1pPr marL="0" indent="0">
              <a:spcAft>
                <a:spcPts val="0"/>
              </a:spcAft>
              <a:buNone/>
              <a:defRPr sz="2400"/>
            </a:lvl1pPr>
          </a:lstStyle>
          <a:p>
            <a:pPr lvl="0"/>
            <a:r>
              <a:rPr lang="it-IT" dirty="0"/>
              <a:t>Item #3 line 1</a:t>
            </a:r>
          </a:p>
          <a:p>
            <a:pPr lvl="0"/>
            <a:r>
              <a:rPr lang="it-IT" dirty="0"/>
              <a:t>line 2</a:t>
            </a:r>
          </a:p>
        </p:txBody>
      </p:sp>
    </p:spTree>
    <p:extLst>
      <p:ext uri="{BB962C8B-B14F-4D97-AF65-F5344CB8AC3E}">
        <p14:creationId xmlns:p14="http://schemas.microsoft.com/office/powerpoint/2010/main" val="3981574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9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 and 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1F0D9D-3D6F-4510-B793-CF4F508EA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B6BB934-D325-4FB6-8E29-D11E311BC5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1176A7-AE37-44D3-8624-62BF146F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9D062C0-7281-483C-9BBB-CE98BBD8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AA9C5C72-9EBE-4DF7-A84E-847538BDFF90}"/>
              </a:ext>
            </a:extLst>
          </p:cNvPr>
          <p:cNvSpPr/>
          <p:nvPr userDrawn="1"/>
        </p:nvSpPr>
        <p:spPr>
          <a:xfrm>
            <a:off x="6434976" y="2796389"/>
            <a:ext cx="805313" cy="800357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9128748-9FBD-4DD4-BEA6-6B50E71C5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3992" y="2880828"/>
            <a:ext cx="3368675" cy="6223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 dirty="0"/>
              <a:t>Item #1</a:t>
            </a:r>
          </a:p>
        </p:txBody>
      </p:sp>
      <p:sp>
        <p:nvSpPr>
          <p:cNvPr id="17" name="Segnaposto testo 15">
            <a:extLst>
              <a:ext uri="{FF2B5EF4-FFF2-40B4-BE49-F238E27FC236}">
                <a16:creationId xmlns:a16="http://schemas.microsoft.com/office/drawing/2014/main" id="{09444FDE-510C-4F14-A767-4497BFA29B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66025" y="2880828"/>
            <a:ext cx="3368675" cy="6223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 dirty="0"/>
              <a:t>Item #1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76ABF0E5-85C1-473B-9A9A-E658525B67E2}"/>
              </a:ext>
            </a:extLst>
          </p:cNvPr>
          <p:cNvGrpSpPr/>
          <p:nvPr userDrawn="1"/>
        </p:nvGrpSpPr>
        <p:grpSpPr>
          <a:xfrm>
            <a:off x="1272943" y="2791799"/>
            <a:ext cx="805313" cy="800357"/>
            <a:chOff x="1270537" y="2136479"/>
            <a:chExt cx="805313" cy="800357"/>
          </a:xfrm>
        </p:grpSpPr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77A08AF7-F7D8-438B-A658-B1A1CE199B5A}"/>
                </a:ext>
              </a:extLst>
            </p:cNvPr>
            <p:cNvSpPr/>
            <p:nvPr userDrawn="1"/>
          </p:nvSpPr>
          <p:spPr>
            <a:xfrm>
              <a:off x="1270537" y="2136479"/>
              <a:ext cx="805313" cy="80035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0" name="Google Shape;666;p39">
              <a:extLst>
                <a:ext uri="{FF2B5EF4-FFF2-40B4-BE49-F238E27FC236}">
                  <a16:creationId xmlns:a16="http://schemas.microsoft.com/office/drawing/2014/main" id="{5B35CF0F-9A79-4EC6-8C62-21AF5E57E056}"/>
                </a:ext>
              </a:extLst>
            </p:cNvPr>
            <p:cNvSpPr/>
            <p:nvPr userDrawn="1"/>
          </p:nvSpPr>
          <p:spPr>
            <a:xfrm>
              <a:off x="1379293" y="2247899"/>
              <a:ext cx="586657" cy="586693"/>
            </a:xfrm>
            <a:custGeom>
              <a:avLst/>
              <a:gdLst/>
              <a:ahLst/>
              <a:cxnLst/>
              <a:rect l="l" t="t" r="r" b="b"/>
              <a:pathLst>
                <a:path w="16221" h="16222" fill="none" extrusionOk="0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667"/>
            </a:p>
          </p:txBody>
        </p:sp>
      </p:grpSp>
      <p:sp>
        <p:nvSpPr>
          <p:cNvPr id="31" name="Google Shape;668;p39">
            <a:extLst>
              <a:ext uri="{FF2B5EF4-FFF2-40B4-BE49-F238E27FC236}">
                <a16:creationId xmlns:a16="http://schemas.microsoft.com/office/drawing/2014/main" id="{FBE20E88-1430-401A-B853-57162837DEA8}"/>
              </a:ext>
            </a:extLst>
          </p:cNvPr>
          <p:cNvSpPr/>
          <p:nvPr userDrawn="1"/>
        </p:nvSpPr>
        <p:spPr>
          <a:xfrm>
            <a:off x="6540697" y="2894752"/>
            <a:ext cx="591938" cy="591974"/>
          </a:xfrm>
          <a:custGeom>
            <a:avLst/>
            <a:gdLst/>
            <a:ahLst/>
            <a:cxnLst/>
            <a:rect l="l" t="t" r="r" b="b"/>
            <a:pathLst>
              <a:path w="16367" h="16368" fill="none" extrusionOk="0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667"/>
          </a:p>
        </p:txBody>
      </p:sp>
      <p:sp>
        <p:nvSpPr>
          <p:cNvPr id="22" name="Segnaposto testo 21">
            <a:extLst>
              <a:ext uri="{FF2B5EF4-FFF2-40B4-BE49-F238E27FC236}">
                <a16:creationId xmlns:a16="http://schemas.microsoft.com/office/drawing/2014/main" id="{D10E9BC4-7EC7-498B-BB45-67C264C576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57300" y="1600201"/>
            <a:ext cx="4838700" cy="746757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 err="1"/>
              <a:t>Pros</a:t>
            </a:r>
            <a:endParaRPr lang="it-IT" dirty="0"/>
          </a:p>
        </p:txBody>
      </p:sp>
      <p:sp>
        <p:nvSpPr>
          <p:cNvPr id="39" name="Segnaposto testo 21">
            <a:extLst>
              <a:ext uri="{FF2B5EF4-FFF2-40B4-BE49-F238E27FC236}">
                <a16:creationId xmlns:a16="http://schemas.microsoft.com/office/drawing/2014/main" id="{472EFFDF-F3C1-4056-A1C1-DCA8B0A686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1600201"/>
            <a:ext cx="4838700" cy="746757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Cons</a:t>
            </a:r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D0EC34A7-C721-46A2-A665-2DCC6122B863}"/>
              </a:ext>
            </a:extLst>
          </p:cNvPr>
          <p:cNvSpPr/>
          <p:nvPr userDrawn="1"/>
        </p:nvSpPr>
        <p:spPr>
          <a:xfrm>
            <a:off x="6434976" y="3828664"/>
            <a:ext cx="805313" cy="800357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Segnaposto testo 15">
            <a:extLst>
              <a:ext uri="{FF2B5EF4-FFF2-40B4-BE49-F238E27FC236}">
                <a16:creationId xmlns:a16="http://schemas.microsoft.com/office/drawing/2014/main" id="{87DCC1DC-5B9B-41EF-BDA3-8579BD8C42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03992" y="3913103"/>
            <a:ext cx="3368675" cy="6223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 dirty="0"/>
              <a:t>Item #1</a:t>
            </a:r>
          </a:p>
        </p:txBody>
      </p:sp>
      <p:sp>
        <p:nvSpPr>
          <p:cNvPr id="42" name="Segnaposto testo 15">
            <a:extLst>
              <a:ext uri="{FF2B5EF4-FFF2-40B4-BE49-F238E27FC236}">
                <a16:creationId xmlns:a16="http://schemas.microsoft.com/office/drawing/2014/main" id="{442EBB9F-BC33-4083-8CB8-94D196F260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66025" y="3913103"/>
            <a:ext cx="3368675" cy="6223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 dirty="0"/>
              <a:t>Item #1</a:t>
            </a:r>
          </a:p>
        </p:txBody>
      </p: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DB8938EC-980C-42E0-9B44-33D801328184}"/>
              </a:ext>
            </a:extLst>
          </p:cNvPr>
          <p:cNvGrpSpPr/>
          <p:nvPr userDrawn="1"/>
        </p:nvGrpSpPr>
        <p:grpSpPr>
          <a:xfrm>
            <a:off x="1272943" y="3824074"/>
            <a:ext cx="805313" cy="800357"/>
            <a:chOff x="1270537" y="2136479"/>
            <a:chExt cx="805313" cy="800357"/>
          </a:xfrm>
        </p:grpSpPr>
        <p:sp>
          <p:nvSpPr>
            <p:cNvPr id="44" name="Ovale 43">
              <a:extLst>
                <a:ext uri="{FF2B5EF4-FFF2-40B4-BE49-F238E27FC236}">
                  <a16:creationId xmlns:a16="http://schemas.microsoft.com/office/drawing/2014/main" id="{D450106C-1E41-4B3E-A265-84E1173444EE}"/>
                </a:ext>
              </a:extLst>
            </p:cNvPr>
            <p:cNvSpPr/>
            <p:nvPr userDrawn="1"/>
          </p:nvSpPr>
          <p:spPr>
            <a:xfrm>
              <a:off x="1270537" y="2136479"/>
              <a:ext cx="805313" cy="80035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5" name="Google Shape;666;p39">
              <a:extLst>
                <a:ext uri="{FF2B5EF4-FFF2-40B4-BE49-F238E27FC236}">
                  <a16:creationId xmlns:a16="http://schemas.microsoft.com/office/drawing/2014/main" id="{B59CCD8D-7FC3-48F2-B18B-9F3F627E2B79}"/>
                </a:ext>
              </a:extLst>
            </p:cNvPr>
            <p:cNvSpPr/>
            <p:nvPr userDrawn="1"/>
          </p:nvSpPr>
          <p:spPr>
            <a:xfrm>
              <a:off x="1379293" y="2247899"/>
              <a:ext cx="586657" cy="586693"/>
            </a:xfrm>
            <a:custGeom>
              <a:avLst/>
              <a:gdLst/>
              <a:ahLst/>
              <a:cxnLst/>
              <a:rect l="l" t="t" r="r" b="b"/>
              <a:pathLst>
                <a:path w="16221" h="16222" fill="none" extrusionOk="0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667"/>
            </a:p>
          </p:txBody>
        </p:sp>
      </p:grpSp>
      <p:sp>
        <p:nvSpPr>
          <p:cNvPr id="51" name="Google Shape;668;p39">
            <a:extLst>
              <a:ext uri="{FF2B5EF4-FFF2-40B4-BE49-F238E27FC236}">
                <a16:creationId xmlns:a16="http://schemas.microsoft.com/office/drawing/2014/main" id="{ACB9EDBB-4210-45C5-9FDE-183966D8397A}"/>
              </a:ext>
            </a:extLst>
          </p:cNvPr>
          <p:cNvSpPr/>
          <p:nvPr userDrawn="1"/>
        </p:nvSpPr>
        <p:spPr>
          <a:xfrm>
            <a:off x="6540697" y="3927027"/>
            <a:ext cx="591938" cy="591974"/>
          </a:xfrm>
          <a:custGeom>
            <a:avLst/>
            <a:gdLst/>
            <a:ahLst/>
            <a:cxnLst/>
            <a:rect l="l" t="t" r="r" b="b"/>
            <a:pathLst>
              <a:path w="16367" h="16368" fill="none" extrusionOk="0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667"/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230F519F-D995-4BAC-ACC9-0595F7E12521}"/>
              </a:ext>
            </a:extLst>
          </p:cNvPr>
          <p:cNvSpPr/>
          <p:nvPr userDrawn="1"/>
        </p:nvSpPr>
        <p:spPr>
          <a:xfrm>
            <a:off x="6419333" y="4855861"/>
            <a:ext cx="805313" cy="800357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Segnaposto testo 15">
            <a:extLst>
              <a:ext uri="{FF2B5EF4-FFF2-40B4-BE49-F238E27FC236}">
                <a16:creationId xmlns:a16="http://schemas.microsoft.com/office/drawing/2014/main" id="{409E3A2A-0CA4-4EDB-8190-61F52D29AA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8349" y="4940300"/>
            <a:ext cx="3368675" cy="6223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 dirty="0"/>
              <a:t>Item #1</a:t>
            </a:r>
          </a:p>
        </p:txBody>
      </p:sp>
      <p:sp>
        <p:nvSpPr>
          <p:cNvPr id="54" name="Segnaposto testo 15">
            <a:extLst>
              <a:ext uri="{FF2B5EF4-FFF2-40B4-BE49-F238E27FC236}">
                <a16:creationId xmlns:a16="http://schemas.microsoft.com/office/drawing/2014/main" id="{90077AA4-67EB-49D5-BD30-5C5C3F7BAB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50382" y="4940300"/>
            <a:ext cx="3368675" cy="622300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 dirty="0"/>
              <a:t>Item #1</a:t>
            </a:r>
          </a:p>
        </p:txBody>
      </p: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3B16369E-1DE8-40CB-BAD0-4A482D7560F3}"/>
              </a:ext>
            </a:extLst>
          </p:cNvPr>
          <p:cNvGrpSpPr/>
          <p:nvPr userDrawn="1"/>
        </p:nvGrpSpPr>
        <p:grpSpPr>
          <a:xfrm>
            <a:off x="1257300" y="4851271"/>
            <a:ext cx="805313" cy="800357"/>
            <a:chOff x="1270537" y="2136479"/>
            <a:chExt cx="805313" cy="800357"/>
          </a:xfrm>
        </p:grpSpPr>
        <p:sp>
          <p:nvSpPr>
            <p:cNvPr id="56" name="Ovale 55">
              <a:extLst>
                <a:ext uri="{FF2B5EF4-FFF2-40B4-BE49-F238E27FC236}">
                  <a16:creationId xmlns:a16="http://schemas.microsoft.com/office/drawing/2014/main" id="{0419A76C-312C-4A0B-AB84-8EFF0B410891}"/>
                </a:ext>
              </a:extLst>
            </p:cNvPr>
            <p:cNvSpPr/>
            <p:nvPr userDrawn="1"/>
          </p:nvSpPr>
          <p:spPr>
            <a:xfrm>
              <a:off x="1270537" y="2136479"/>
              <a:ext cx="805313" cy="80035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7" name="Google Shape;666;p39">
              <a:extLst>
                <a:ext uri="{FF2B5EF4-FFF2-40B4-BE49-F238E27FC236}">
                  <a16:creationId xmlns:a16="http://schemas.microsoft.com/office/drawing/2014/main" id="{8DEDF76E-B872-40ED-896B-E649D773B6FF}"/>
                </a:ext>
              </a:extLst>
            </p:cNvPr>
            <p:cNvSpPr/>
            <p:nvPr userDrawn="1"/>
          </p:nvSpPr>
          <p:spPr>
            <a:xfrm>
              <a:off x="1379293" y="2247899"/>
              <a:ext cx="586657" cy="586693"/>
            </a:xfrm>
            <a:custGeom>
              <a:avLst/>
              <a:gdLst/>
              <a:ahLst/>
              <a:cxnLst/>
              <a:rect l="l" t="t" r="r" b="b"/>
              <a:pathLst>
                <a:path w="16221" h="16222" fill="none" extrusionOk="0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w="2857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667"/>
            </a:p>
          </p:txBody>
        </p:sp>
      </p:grpSp>
      <p:sp>
        <p:nvSpPr>
          <p:cNvPr id="58" name="Google Shape;668;p39">
            <a:extLst>
              <a:ext uri="{FF2B5EF4-FFF2-40B4-BE49-F238E27FC236}">
                <a16:creationId xmlns:a16="http://schemas.microsoft.com/office/drawing/2014/main" id="{57725725-0C48-4C7A-AE6E-2E9A3D4AC74E}"/>
              </a:ext>
            </a:extLst>
          </p:cNvPr>
          <p:cNvSpPr/>
          <p:nvPr userDrawn="1"/>
        </p:nvSpPr>
        <p:spPr>
          <a:xfrm>
            <a:off x="6525054" y="4954224"/>
            <a:ext cx="591938" cy="591974"/>
          </a:xfrm>
          <a:custGeom>
            <a:avLst/>
            <a:gdLst/>
            <a:ahLst/>
            <a:cxnLst/>
            <a:rect l="l" t="t" r="r" b="b"/>
            <a:pathLst>
              <a:path w="16367" h="16368" fill="none" extrusionOk="0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667"/>
          </a:p>
        </p:txBody>
      </p:sp>
    </p:spTree>
    <p:extLst>
      <p:ext uri="{BB962C8B-B14F-4D97-AF65-F5344CB8AC3E}">
        <p14:creationId xmlns:p14="http://schemas.microsoft.com/office/powerpoint/2010/main" val="1055719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92" userDrawn="1">
          <p15:clr>
            <a:srgbClr val="FBAE40"/>
          </p15:clr>
        </p15:guide>
        <p15:guide id="2" pos="688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ymb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2EE3A6-DEEA-4959-8BD0-6845D310D6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BA57B10-2844-4573-A1C8-6B8F2117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4F618F2-9C8C-4D49-8428-4FDD1B7B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AA03F9-E353-4384-90B7-F6E830E0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/>
              <a:t>   |   </a:t>
            </a:r>
            <a:fld id="{77E0F69E-94E4-477D-9D2E-ABE325801752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856DF9D9-C5D2-4A60-B0EA-B8988A41B6E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7964" y="2398841"/>
            <a:ext cx="1145866" cy="167052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9" name="Segnaposto contenuto 7">
            <a:extLst>
              <a:ext uri="{FF2B5EF4-FFF2-40B4-BE49-F238E27FC236}">
                <a16:creationId xmlns:a16="http://schemas.microsoft.com/office/drawing/2014/main" id="{99C3B373-1EF7-4BD9-B617-D6BD65CEA1C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84066" y="2406171"/>
            <a:ext cx="1145866" cy="167052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10" name="Segnaposto contenuto 7">
            <a:extLst>
              <a:ext uri="{FF2B5EF4-FFF2-40B4-BE49-F238E27FC236}">
                <a16:creationId xmlns:a16="http://schemas.microsoft.com/office/drawing/2014/main" id="{F2952DEA-15C4-42BE-8A3D-471E4A7B074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636543" y="2404211"/>
            <a:ext cx="1145866" cy="167052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9A5F66F0-F394-4D4F-8369-EDEA1A9CB6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0100" y="4581926"/>
            <a:ext cx="2288645" cy="37107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 err="1"/>
              <a:t>Couple</a:t>
            </a:r>
            <a:r>
              <a:rPr lang="it-IT" dirty="0"/>
              <a:t> of Words</a:t>
            </a:r>
          </a:p>
        </p:txBody>
      </p:sp>
      <p:sp>
        <p:nvSpPr>
          <p:cNvPr id="15" name="Segnaposto contenuto 7">
            <a:extLst>
              <a:ext uri="{FF2B5EF4-FFF2-40B4-BE49-F238E27FC236}">
                <a16:creationId xmlns:a16="http://schemas.microsoft.com/office/drawing/2014/main" id="{05D6A204-EC68-4D47-B563-C8C65B1F7FD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131589" y="2406171"/>
            <a:ext cx="1145866" cy="167052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17" name="Segnaposto testo 11">
            <a:extLst>
              <a:ext uri="{FF2B5EF4-FFF2-40B4-BE49-F238E27FC236}">
                <a16:creationId xmlns:a16="http://schemas.microsoft.com/office/drawing/2014/main" id="{703AFBB1-D02F-4638-9173-E1AA3B761A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60197" y="4581926"/>
            <a:ext cx="2288645" cy="37107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 err="1"/>
              <a:t>Couple</a:t>
            </a:r>
            <a:r>
              <a:rPr lang="it-IT" dirty="0"/>
              <a:t> of Words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CE316AA5-7530-47C7-BF55-0F74D0B10F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155" y="4581926"/>
            <a:ext cx="2288645" cy="37107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 err="1"/>
              <a:t>Couple</a:t>
            </a:r>
            <a:r>
              <a:rPr lang="it-IT" dirty="0"/>
              <a:t> of Words</a:t>
            </a:r>
          </a:p>
        </p:txBody>
      </p:sp>
      <p:sp>
        <p:nvSpPr>
          <p:cNvPr id="19" name="Segnaposto testo 11">
            <a:extLst>
              <a:ext uri="{FF2B5EF4-FFF2-40B4-BE49-F238E27FC236}">
                <a16:creationId xmlns:a16="http://schemas.microsoft.com/office/drawing/2014/main" id="{893D4BF7-DC05-4F40-B020-40D1377D5F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12676" y="4581926"/>
            <a:ext cx="2288645" cy="37107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 err="1"/>
              <a:t>Couple</a:t>
            </a:r>
            <a:r>
              <a:rPr lang="it-IT" dirty="0"/>
              <a:t> of Words</a:t>
            </a:r>
          </a:p>
        </p:txBody>
      </p:sp>
    </p:spTree>
    <p:extLst>
      <p:ext uri="{BB962C8B-B14F-4D97-AF65-F5344CB8AC3E}">
        <p14:creationId xmlns:p14="http://schemas.microsoft.com/office/powerpoint/2010/main" val="214360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512" userDrawn="1">
          <p15:clr>
            <a:srgbClr val="FBAE40"/>
          </p15:clr>
        </p15:guide>
        <p15:guide id="3" orient="horz" pos="2568" userDrawn="1">
          <p15:clr>
            <a:srgbClr val="FBAE40"/>
          </p15:clr>
        </p15:guide>
        <p15:guide id="4" orient="horz" pos="2880" userDrawn="1">
          <p15:clr>
            <a:srgbClr val="FBAE40"/>
          </p15:clr>
        </p15:guide>
        <p15:guide id="5" orient="horz" pos="312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ymb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2EE3A6-DEEA-4959-8BD0-6845D310D6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BA57B10-2844-4573-A1C8-6B8F2117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4F618F2-9C8C-4D49-8428-4FDD1B7B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AA03F9-E353-4384-90B7-F6E830E0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/>
              <a:t>   |   </a:t>
            </a:r>
            <a:fld id="{77E0F69E-94E4-477D-9D2E-ABE325801752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856DF9D9-C5D2-4A60-B0EA-B8988A41B6E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36775" y="2415878"/>
            <a:ext cx="1300163" cy="18954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9" name="Segnaposto contenuto 7">
            <a:extLst>
              <a:ext uri="{FF2B5EF4-FFF2-40B4-BE49-F238E27FC236}">
                <a16:creationId xmlns:a16="http://schemas.microsoft.com/office/drawing/2014/main" id="{99C3B373-1EF7-4BD9-B617-D6BD65CEA1C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445918" y="2413880"/>
            <a:ext cx="1300163" cy="18954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10" name="Segnaposto contenuto 7">
            <a:extLst>
              <a:ext uri="{FF2B5EF4-FFF2-40B4-BE49-F238E27FC236}">
                <a16:creationId xmlns:a16="http://schemas.microsoft.com/office/drawing/2014/main" id="{F2952DEA-15C4-42BE-8A3D-471E4A7B074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755062" y="2413880"/>
            <a:ext cx="1300163" cy="18954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9A5F66F0-F394-4D4F-8369-EDEA1A9CB6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09688" y="4568800"/>
            <a:ext cx="2887662" cy="4604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 err="1"/>
              <a:t>Couple</a:t>
            </a:r>
            <a:r>
              <a:rPr lang="it-IT" dirty="0"/>
              <a:t> of Words</a:t>
            </a:r>
          </a:p>
        </p:txBody>
      </p:sp>
      <p:sp>
        <p:nvSpPr>
          <p:cNvPr id="13" name="Segnaposto testo 11">
            <a:extLst>
              <a:ext uri="{FF2B5EF4-FFF2-40B4-BE49-F238E27FC236}">
                <a16:creationId xmlns:a16="http://schemas.microsoft.com/office/drawing/2014/main" id="{E01AE073-9BA6-4514-B753-77BCED70C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33118" y="4572000"/>
            <a:ext cx="2887662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 err="1"/>
              <a:t>Couple</a:t>
            </a:r>
            <a:r>
              <a:rPr lang="it-IT" dirty="0"/>
              <a:t> of Words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93E6F2FF-E58E-45F5-BDF6-D34F5770C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61312" y="4572000"/>
            <a:ext cx="2887662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 err="1"/>
              <a:t>Couple</a:t>
            </a:r>
            <a:r>
              <a:rPr lang="it-IT" dirty="0"/>
              <a:t> of Words</a:t>
            </a:r>
          </a:p>
        </p:txBody>
      </p:sp>
    </p:spTree>
    <p:extLst>
      <p:ext uri="{BB962C8B-B14F-4D97-AF65-F5344CB8AC3E}">
        <p14:creationId xmlns:p14="http://schemas.microsoft.com/office/powerpoint/2010/main" val="627976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4" userDrawn="1">
          <p15:clr>
            <a:srgbClr val="FBAE40"/>
          </p15:clr>
        </p15:guide>
        <p15:guide id="2" orient="horz" pos="1512" userDrawn="1">
          <p15:clr>
            <a:srgbClr val="FBAE40"/>
          </p15:clr>
        </p15:guide>
        <p15:guide id="3" orient="horz" pos="2712" userDrawn="1">
          <p15:clr>
            <a:srgbClr val="FBAE40"/>
          </p15:clr>
        </p15:guide>
        <p15:guide id="4" orient="horz" pos="2880" userDrawn="1">
          <p15:clr>
            <a:srgbClr val="FBAE40"/>
          </p15:clr>
        </p15:guide>
        <p15:guide id="5" orient="horz" pos="316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ymbol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2EE3A6-DEEA-4959-8BD0-6845D310D6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BA57B10-2844-4573-A1C8-6B8F2117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4F618F2-9C8C-4D49-8428-4FDD1B7B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AA03F9-E353-4384-90B7-F6E830E0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/>
              <a:t>   |   </a:t>
            </a:r>
            <a:fld id="{77E0F69E-94E4-477D-9D2E-ABE325801752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856DF9D9-C5D2-4A60-B0EA-B8988A41B6E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74878" y="2142944"/>
            <a:ext cx="1143482" cy="1667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9" name="Segnaposto contenuto 7">
            <a:extLst>
              <a:ext uri="{FF2B5EF4-FFF2-40B4-BE49-F238E27FC236}">
                <a16:creationId xmlns:a16="http://schemas.microsoft.com/office/drawing/2014/main" id="{99C3B373-1EF7-4BD9-B617-D6BD65CEA1C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24259" y="2142944"/>
            <a:ext cx="1143482" cy="1667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10" name="Segnaposto contenuto 7">
            <a:extLst>
              <a:ext uri="{FF2B5EF4-FFF2-40B4-BE49-F238E27FC236}">
                <a16:creationId xmlns:a16="http://schemas.microsoft.com/office/drawing/2014/main" id="{F2952DEA-15C4-42BE-8A3D-471E4A7B074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873640" y="2142944"/>
            <a:ext cx="1143482" cy="1667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9A5F66F0-F394-4D4F-8369-EDEA1A9CB6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43026" y="4086193"/>
            <a:ext cx="2887662" cy="3710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Item Title</a:t>
            </a:r>
          </a:p>
        </p:txBody>
      </p:sp>
      <p:sp>
        <p:nvSpPr>
          <p:cNvPr id="13" name="Segnaposto testo 11">
            <a:extLst>
              <a:ext uri="{FF2B5EF4-FFF2-40B4-BE49-F238E27FC236}">
                <a16:creationId xmlns:a16="http://schemas.microsoft.com/office/drawing/2014/main" id="{E01AE073-9BA6-4514-B753-77BCED70C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52169" y="4086193"/>
            <a:ext cx="2887662" cy="3710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Item Title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93E6F2FF-E58E-45F5-BDF6-D34F5770C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61312" y="4086193"/>
            <a:ext cx="2887662" cy="3710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Item Title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E4AE206-5336-40BA-AD83-758359992D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33499" y="4538662"/>
            <a:ext cx="2887663" cy="91386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it-IT" dirty="0"/>
              <a:t>Max </a:t>
            </a:r>
            <a:r>
              <a:rPr lang="it-IT" dirty="0" err="1"/>
              <a:t>three</a:t>
            </a:r>
            <a:r>
              <a:rPr lang="it-IT" dirty="0"/>
              <a:t>-line text</a:t>
            </a:r>
          </a:p>
          <a:p>
            <a:pPr lvl="0"/>
            <a:endParaRPr lang="it-IT" dirty="0"/>
          </a:p>
        </p:txBody>
      </p:sp>
      <p:sp>
        <p:nvSpPr>
          <p:cNvPr id="16" name="Segnaposto testo 6">
            <a:extLst>
              <a:ext uri="{FF2B5EF4-FFF2-40B4-BE49-F238E27FC236}">
                <a16:creationId xmlns:a16="http://schemas.microsoft.com/office/drawing/2014/main" id="{BA08ED53-9757-4E17-850C-FEB31D9A1A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2169" y="4546011"/>
            <a:ext cx="2887663" cy="91386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it-IT" dirty="0"/>
              <a:t>Max </a:t>
            </a:r>
            <a:r>
              <a:rPr lang="it-IT" dirty="0" err="1"/>
              <a:t>three</a:t>
            </a:r>
            <a:r>
              <a:rPr lang="it-IT" dirty="0"/>
              <a:t>-line text</a:t>
            </a:r>
          </a:p>
          <a:p>
            <a:pPr lvl="0"/>
            <a:endParaRPr lang="it-IT" dirty="0"/>
          </a:p>
        </p:txBody>
      </p:sp>
      <p:sp>
        <p:nvSpPr>
          <p:cNvPr id="17" name="Segnaposto testo 6">
            <a:extLst>
              <a:ext uri="{FF2B5EF4-FFF2-40B4-BE49-F238E27FC236}">
                <a16:creationId xmlns:a16="http://schemas.microsoft.com/office/drawing/2014/main" id="{A69D0F2B-96B1-42C8-8DBA-A17158F4F5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61311" y="4546011"/>
            <a:ext cx="2887663" cy="91386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it-IT" dirty="0"/>
              <a:t>Max </a:t>
            </a:r>
            <a:r>
              <a:rPr lang="it-IT" dirty="0" err="1"/>
              <a:t>three</a:t>
            </a:r>
            <a:r>
              <a:rPr lang="it-IT" dirty="0"/>
              <a:t>-line text</a:t>
            </a:r>
          </a:p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11537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8" userDrawn="1">
          <p15:clr>
            <a:srgbClr val="FBAE40"/>
          </p15:clr>
        </p15:guide>
        <p15:guide id="2" pos="6312" userDrawn="1">
          <p15:clr>
            <a:srgbClr val="FBAE40"/>
          </p15:clr>
        </p15:guide>
        <p15:guide id="3" pos="840" userDrawn="1">
          <p15:clr>
            <a:srgbClr val="FBAE40"/>
          </p15:clr>
        </p15:guide>
        <p15:guide id="4" pos="6840" userDrawn="1">
          <p15:clr>
            <a:srgbClr val="FBAE40"/>
          </p15:clr>
        </p15:guide>
        <p15:guide id="5" pos="2928" userDrawn="1">
          <p15:clr>
            <a:srgbClr val="FBAE40"/>
          </p15:clr>
        </p15:guide>
        <p15:guide id="6" pos="4752" userDrawn="1">
          <p15:clr>
            <a:srgbClr val="FBAE40"/>
          </p15:clr>
        </p15:guide>
        <p15:guide id="7" pos="2664" userDrawn="1">
          <p15:clr>
            <a:srgbClr val="FBAE40"/>
          </p15:clr>
        </p15:guide>
        <p15:guide id="8" pos="5016" userDrawn="1">
          <p15:clr>
            <a:srgbClr val="FBAE40"/>
          </p15:clr>
        </p15:guide>
        <p15:guide id="9" orient="horz" pos="2568" userDrawn="1">
          <p15:clr>
            <a:srgbClr val="FBAE40"/>
          </p15:clr>
        </p15:guide>
        <p15:guide id="10" orient="horz" pos="2808" userDrawn="1">
          <p15:clr>
            <a:srgbClr val="FBAE40"/>
          </p15:clr>
        </p15:guide>
        <p15:guide id="11" orient="horz" pos="285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ymbol and Text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2EE3A6-DEEA-4959-8BD0-6845D310D6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BA57B10-2844-4573-A1C8-6B8F2117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4F618F2-9C8C-4D49-8428-4FDD1B7B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AA03F9-E353-4384-90B7-F6E830E0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/>
              <a:t>   |   </a:t>
            </a:r>
            <a:fld id="{77E0F69E-94E4-477D-9D2E-ABE325801752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856DF9D9-C5D2-4A60-B0EA-B8988A41B6E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22307" y="2179220"/>
            <a:ext cx="1143482" cy="1667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10" name="Segnaposto contenuto 7">
            <a:extLst>
              <a:ext uri="{FF2B5EF4-FFF2-40B4-BE49-F238E27FC236}">
                <a16:creationId xmlns:a16="http://schemas.microsoft.com/office/drawing/2014/main" id="{F2952DEA-15C4-42BE-8A3D-471E4A7B074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919703" y="2138795"/>
            <a:ext cx="1143482" cy="1667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it-IT" dirty="0" err="1"/>
              <a:t>Symb</a:t>
            </a:r>
            <a:endParaRPr lang="it-IT" dirty="0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9A5F66F0-F394-4D4F-8369-EDEA1A9CB6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66359" y="4088601"/>
            <a:ext cx="3856566" cy="3710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Item Title</a:t>
            </a:r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93E6F2FF-E58E-45F5-BDF6-D34F5770C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63161" y="4086714"/>
            <a:ext cx="3856566" cy="3710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Item Title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AB3FDCB0-76C0-417E-938B-DF2D9CAEB6F7}"/>
              </a:ext>
            </a:extLst>
          </p:cNvPr>
          <p:cNvCxnSpPr>
            <a:cxnSpLocks/>
          </p:cNvCxnSpPr>
          <p:nvPr userDrawn="1"/>
        </p:nvCxnSpPr>
        <p:spPr>
          <a:xfrm>
            <a:off x="800100" y="1295400"/>
            <a:ext cx="1055369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E4AE206-5336-40BA-AD83-758359992D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7893" y="4549537"/>
            <a:ext cx="3872442" cy="91386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it-IT" dirty="0"/>
              <a:t>Max </a:t>
            </a:r>
            <a:r>
              <a:rPr lang="it-IT" dirty="0" err="1"/>
              <a:t>three</a:t>
            </a:r>
            <a:r>
              <a:rPr lang="it-IT" dirty="0"/>
              <a:t>-line text</a:t>
            </a:r>
          </a:p>
          <a:p>
            <a:pPr lvl="0"/>
            <a:endParaRPr lang="it-IT" dirty="0"/>
          </a:p>
        </p:txBody>
      </p:sp>
      <p:sp>
        <p:nvSpPr>
          <p:cNvPr id="17" name="Segnaposto testo 6">
            <a:extLst>
              <a:ext uri="{FF2B5EF4-FFF2-40B4-BE49-F238E27FC236}">
                <a16:creationId xmlns:a16="http://schemas.microsoft.com/office/drawing/2014/main" id="{A69D0F2B-96B1-42C8-8DBA-A17158F4F5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4541862"/>
            <a:ext cx="3876294" cy="91386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it-IT" dirty="0"/>
              <a:t>Max </a:t>
            </a:r>
            <a:r>
              <a:rPr lang="it-IT" dirty="0" err="1"/>
              <a:t>three</a:t>
            </a:r>
            <a:r>
              <a:rPr lang="it-IT" dirty="0"/>
              <a:t>-line text</a:t>
            </a:r>
          </a:p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2240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68" userDrawn="1">
          <p15:clr>
            <a:srgbClr val="FBAE40"/>
          </p15:clr>
        </p15:guide>
        <p15:guide id="2" pos="5712" userDrawn="1">
          <p15:clr>
            <a:srgbClr val="FBAE40"/>
          </p15:clr>
        </p15:guide>
        <p15:guide id="3" pos="1104" userDrawn="1">
          <p15:clr>
            <a:srgbClr val="FBAE40"/>
          </p15:clr>
        </p15:guide>
        <p15:guide id="4" pos="6576" userDrawn="1">
          <p15:clr>
            <a:srgbClr val="FBAE40"/>
          </p15:clr>
        </p15:guide>
        <p15:guide id="5" pos="2688" userDrawn="1">
          <p15:clr>
            <a:srgbClr val="FBAE40"/>
          </p15:clr>
        </p15:guide>
        <p15:guide id="6" pos="4992" userDrawn="1">
          <p15:clr>
            <a:srgbClr val="FBAE40"/>
          </p15:clr>
        </p15:guide>
        <p15:guide id="9" orient="horz" pos="2568" userDrawn="1">
          <p15:clr>
            <a:srgbClr val="FBAE40"/>
          </p15:clr>
        </p15:guide>
        <p15:guide id="10" orient="horz" pos="2808" userDrawn="1">
          <p15:clr>
            <a:srgbClr val="FBAE40"/>
          </p15:clr>
        </p15:guide>
        <p15:guide id="11" orient="horz" pos="2856" userDrawn="1">
          <p15:clr>
            <a:srgbClr val="FBAE40"/>
          </p15:clr>
        </p15:guide>
        <p15:guide id="12" pos="4128" userDrawn="1">
          <p15:clr>
            <a:srgbClr val="FBAE40"/>
          </p15:clr>
        </p15:guide>
        <p15:guide id="13" pos="355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73F416-B33F-405B-BB6A-91CDAC60F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2514600"/>
            <a:ext cx="10553699" cy="1933575"/>
          </a:xfrm>
        </p:spPr>
        <p:txBody>
          <a:bodyPr anchor="b">
            <a:normAutofit/>
          </a:bodyPr>
          <a:lstStyle>
            <a:lvl1pPr>
              <a:defRPr sz="5000">
                <a:solidFill>
                  <a:srgbClr val="4267B2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0D5CC6-0CE1-4D93-8817-C6572520D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0" y="4532313"/>
            <a:ext cx="10553700" cy="782637"/>
          </a:xfrm>
        </p:spPr>
        <p:txBody>
          <a:bodyPr anchor="ctr"/>
          <a:lstStyle>
            <a:lvl1pPr marL="0" indent="0">
              <a:buNone/>
              <a:defRPr sz="2400">
                <a:solidFill>
                  <a:srgbClr val="4267B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14B065-4A2A-4F07-A5D7-4FE839E9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9E96E5-FACE-4326-BBDA-58B7A42E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1C2054-2BD8-4E73-A7E5-8D976180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5AC7EF8-209B-46C5-A4B1-9B99048A8977}"/>
              </a:ext>
            </a:extLst>
          </p:cNvPr>
          <p:cNvCxnSpPr>
            <a:cxnSpLocks/>
          </p:cNvCxnSpPr>
          <p:nvPr userDrawn="1"/>
        </p:nvCxnSpPr>
        <p:spPr>
          <a:xfrm>
            <a:off x="800099" y="4448175"/>
            <a:ext cx="1055369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810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pos="6720" userDrawn="1">
          <p15:clr>
            <a:srgbClr val="FBAE40"/>
          </p15:clr>
        </p15:guide>
        <p15:guide id="4" orient="horz" pos="1584" userDrawn="1">
          <p15:clr>
            <a:srgbClr val="FBAE40"/>
          </p15:clr>
        </p15:guide>
        <p15:guide id="5" orient="horz" pos="280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 Shr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73F416-B33F-405B-BB6A-91CDAC60F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514600"/>
            <a:ext cx="9144000" cy="1933575"/>
          </a:xfrm>
        </p:spPr>
        <p:txBody>
          <a:bodyPr anchor="b">
            <a:normAutofit/>
          </a:bodyPr>
          <a:lstStyle>
            <a:lvl1pPr>
              <a:defRPr sz="5000">
                <a:solidFill>
                  <a:srgbClr val="4267B2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0D5CC6-0CE1-4D93-8817-C6572520D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532313"/>
            <a:ext cx="9144000" cy="782637"/>
          </a:xfrm>
        </p:spPr>
        <p:txBody>
          <a:bodyPr anchor="ctr"/>
          <a:lstStyle>
            <a:lvl1pPr marL="0" indent="0">
              <a:buNone/>
              <a:defRPr sz="2400">
                <a:solidFill>
                  <a:srgbClr val="4267B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14B065-4A2A-4F07-A5D7-4FE839E9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49E96E5-FACE-4326-BBDA-58B7A42E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1C2054-2BD8-4E73-A7E5-8D976180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5AC7EF8-209B-46C5-A4B1-9B99048A8977}"/>
              </a:ext>
            </a:extLst>
          </p:cNvPr>
          <p:cNvCxnSpPr>
            <a:cxnSpLocks/>
          </p:cNvCxnSpPr>
          <p:nvPr userDrawn="1"/>
        </p:nvCxnSpPr>
        <p:spPr>
          <a:xfrm>
            <a:off x="1524000" y="4448175"/>
            <a:ext cx="91440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389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pos="6720" userDrawn="1">
          <p15:clr>
            <a:srgbClr val="FBAE40"/>
          </p15:clr>
        </p15:guide>
        <p15:guide id="4" orient="horz" pos="1584" userDrawn="1">
          <p15:clr>
            <a:srgbClr val="FBAE40"/>
          </p15:clr>
        </p15:guide>
        <p15:guide id="5" orient="horz" pos="280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AB06433A-D3D1-4335-ACA7-E0B7729E95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97B6F236-90C3-4F67-BA57-4030B29EFDA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rgbClr val="FFFFFF"/>
              </a:gs>
              <a:gs pos="81000">
                <a:srgbClr val="FFFFFF">
                  <a:alpha val="15000"/>
                </a:srgbClr>
              </a:gs>
              <a:gs pos="54000">
                <a:srgbClr val="FFFFFF">
                  <a:alpha val="40000"/>
                </a:srgbClr>
              </a:gs>
              <a:gs pos="90000">
                <a:schemeClr val="bg1">
                  <a:alpha val="0"/>
                </a:schemeClr>
              </a:gs>
            </a:gsLst>
            <a:path path="rect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3B9F344-2A83-4003-A2A2-7EA576345247}"/>
              </a:ext>
            </a:extLst>
          </p:cNvPr>
          <p:cNvSpPr/>
          <p:nvPr userDrawn="1"/>
        </p:nvSpPr>
        <p:spPr>
          <a:xfrm>
            <a:off x="1524000" y="2514600"/>
            <a:ext cx="9144000" cy="28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D73F416-B33F-405B-BB6A-91CDAC60F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514599"/>
            <a:ext cx="9144000" cy="1933576"/>
          </a:xfrm>
        </p:spPr>
        <p:txBody>
          <a:bodyPr anchor="b">
            <a:normAutofit/>
          </a:bodyPr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0D5CC6-0CE1-4D93-8817-C6572520D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532313"/>
            <a:ext cx="9144000" cy="782637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469920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20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1584" userDrawn="1">
          <p15:clr>
            <a:srgbClr val="FBAE40"/>
          </p15:clr>
        </p15:guide>
        <p15:guide id="4" orient="horz" pos="280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EE5779-D923-46A2-A846-1A5145A2C6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7AED90-1DDC-41D4-B9FE-07AFF0C55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100" y="1600200"/>
            <a:ext cx="5219700" cy="457200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F71DDEC-C0B3-48BF-9D2A-EC10CC62C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A16E530-A625-4580-9FD0-0821FC4C39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D9BE8A-18F9-4D53-9F05-298203CF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CDEC506-5B38-470B-8EC2-7F7793F5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8501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A6C026-C96A-4AC3-98BD-447C2A6A56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365126"/>
            <a:ext cx="10548938" cy="930274"/>
          </a:xfrm>
        </p:spPr>
        <p:txBody>
          <a:bodyPr/>
          <a:lstStyle/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E1D4A5-CB67-4010-B429-BC475AE69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0" y="1608396"/>
            <a:ext cx="5186361" cy="79586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5CB6CCF-F957-4204-AF82-9731B1B86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0" y="2521820"/>
            <a:ext cx="5197476" cy="36503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7C15358-AA3A-4317-A50A-31E00ACC10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3211" y="1608396"/>
            <a:ext cx="5180013" cy="795867"/>
          </a:xfr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9336D2D-DF9B-499C-BFAE-568759450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21820"/>
            <a:ext cx="5180013" cy="36503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95A3E38-989C-459F-BC41-B2AF54A1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B5125E6-A1C6-43D9-97FD-1E172F85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3157374-DA63-4F90-983D-4FB1E5E7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6292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derlin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2EE3A6-DEEA-4959-8BD0-6845D310D6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BA57B10-2844-4573-A1C8-6B8F2117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4F618F2-9C8C-4D49-8428-4FDD1B7B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AA03F9-E353-4384-90B7-F6E830E0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/>
              <a:t>   |   </a:t>
            </a:r>
            <a:fld id="{77E0F69E-94E4-477D-9D2E-ABE325801752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00025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2EE3A6-DEEA-4959-8BD0-6845D310D6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BA57B10-2844-4573-A1C8-6B8F2117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4F618F2-9C8C-4D49-8428-4FDD1B7B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AA03F9-E353-4384-90B7-F6E830E0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/>
              <a:t>   |   </a:t>
            </a:r>
            <a:fld id="{77E0F69E-94E4-477D-9D2E-ABE325801752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1677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F98F29B-9FF7-4ADD-A7CF-21A00223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BA50B87-64E2-441D-B31A-F7B3893A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DFDD99-FE0C-41B8-8DC7-B4B2D180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8053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760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F98F29B-9FF7-4ADD-A7CF-21A00223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DFDD99-FE0C-41B8-8DC7-B4B2D180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sp>
        <p:nvSpPr>
          <p:cNvPr id="13" name="Oval 18">
            <a:extLst>
              <a:ext uri="{FF2B5EF4-FFF2-40B4-BE49-F238E27FC236}">
                <a16:creationId xmlns:a16="http://schemas.microsoft.com/office/drawing/2014/main" id="{6C527988-E25D-4E13-8C2D-035D7ED7B7ED}"/>
              </a:ext>
            </a:extLst>
          </p:cNvPr>
          <p:cNvSpPr/>
          <p:nvPr userDrawn="1"/>
        </p:nvSpPr>
        <p:spPr bwMode="auto">
          <a:xfrm>
            <a:off x="2236417" y="4260389"/>
            <a:ext cx="3494473" cy="3515369"/>
          </a:xfrm>
          <a:prstGeom prst="ellipse">
            <a:avLst/>
          </a:prstGeom>
          <a:noFill/>
          <a:ln w="19050" cap="flat" cmpd="sng" algn="ctr">
            <a:solidFill>
              <a:srgbClr val="A3B6DD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38100" tIns="38100" rIns="38100" bIns="38100" anchor="ctr">
            <a:spAutoFit/>
          </a:bodyPr>
          <a:lstStyle/>
          <a:p>
            <a:pPr eaLnBrk="1"/>
            <a:endParaRPr lang="en-US" altLang="x-none"/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1BB38C40-7833-4E84-81C8-399A8F7D0CC9}"/>
              </a:ext>
            </a:extLst>
          </p:cNvPr>
          <p:cNvSpPr/>
          <p:nvPr userDrawn="1"/>
        </p:nvSpPr>
        <p:spPr bwMode="auto">
          <a:xfrm>
            <a:off x="-2370070" y="-1884959"/>
            <a:ext cx="6521083" cy="6560726"/>
          </a:xfrm>
          <a:prstGeom prst="ellipse">
            <a:avLst/>
          </a:prstGeom>
          <a:noFill/>
          <a:ln w="19050" cap="flat" cmpd="sng" algn="ctr">
            <a:solidFill>
              <a:srgbClr val="A3B6DD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38100" tIns="38100" rIns="38100" bIns="38100" anchor="ctr">
            <a:spAutoFit/>
          </a:bodyPr>
          <a:lstStyle/>
          <a:p>
            <a:pPr eaLnBrk="1"/>
            <a:endParaRPr lang="en-US" altLang="x-none"/>
          </a:p>
        </p:txBody>
      </p:sp>
      <p:sp>
        <p:nvSpPr>
          <p:cNvPr id="16" name="Oval 20">
            <a:extLst>
              <a:ext uri="{FF2B5EF4-FFF2-40B4-BE49-F238E27FC236}">
                <a16:creationId xmlns:a16="http://schemas.microsoft.com/office/drawing/2014/main" id="{D098F824-BDD9-402B-8390-FCEE1AC7067F}"/>
              </a:ext>
            </a:extLst>
          </p:cNvPr>
          <p:cNvSpPr/>
          <p:nvPr userDrawn="1"/>
        </p:nvSpPr>
        <p:spPr bwMode="auto">
          <a:xfrm>
            <a:off x="4065055" y="1536096"/>
            <a:ext cx="177773" cy="178126"/>
          </a:xfrm>
          <a:prstGeom prst="ellipse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38100" tIns="38100" rIns="38100" bIns="38100" anchor="ctr">
            <a:spAutoFit/>
          </a:bodyPr>
          <a:lstStyle/>
          <a:p>
            <a:pPr eaLnBrk="1"/>
            <a:endParaRPr lang="en-US" altLang="x-none"/>
          </a:p>
        </p:txBody>
      </p:sp>
      <p:sp>
        <p:nvSpPr>
          <p:cNvPr id="17" name="Oval 20">
            <a:extLst>
              <a:ext uri="{FF2B5EF4-FFF2-40B4-BE49-F238E27FC236}">
                <a16:creationId xmlns:a16="http://schemas.microsoft.com/office/drawing/2014/main" id="{42138D62-121D-4539-95FA-2654EF6BCA8F}"/>
              </a:ext>
            </a:extLst>
          </p:cNvPr>
          <p:cNvSpPr/>
          <p:nvPr userDrawn="1"/>
        </p:nvSpPr>
        <p:spPr bwMode="auto">
          <a:xfrm>
            <a:off x="398457" y="4492774"/>
            <a:ext cx="307672" cy="310072"/>
          </a:xfrm>
          <a:prstGeom prst="ellipse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38100" tIns="38100" rIns="38100" bIns="38100" anchor="ctr">
            <a:spAutoFit/>
          </a:bodyPr>
          <a:lstStyle/>
          <a:p>
            <a:pPr eaLnBrk="1"/>
            <a:endParaRPr lang="en-US" altLang="x-none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5240299B-83ED-43A1-B60A-60A3080A06A5}"/>
              </a:ext>
            </a:extLst>
          </p:cNvPr>
          <p:cNvSpPr/>
          <p:nvPr userDrawn="1"/>
        </p:nvSpPr>
        <p:spPr bwMode="auto">
          <a:xfrm>
            <a:off x="3273304" y="-314866"/>
            <a:ext cx="1499616" cy="1499090"/>
          </a:xfrm>
          <a:prstGeom prst="ellipse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38100" tIns="38100" rIns="38100" bIns="381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C02CB6F9-B0EA-45C9-B134-E786CFCE191C}"/>
              </a:ext>
            </a:extLst>
          </p:cNvPr>
          <p:cNvSpPr/>
          <p:nvPr userDrawn="1"/>
        </p:nvSpPr>
        <p:spPr bwMode="auto">
          <a:xfrm>
            <a:off x="416810" y="1144716"/>
            <a:ext cx="3886200" cy="3881351"/>
          </a:xfrm>
          <a:prstGeom prst="ellipse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38100" tIns="38100" rIns="38100" bIns="381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83B415DA-8CCC-450B-8091-9EAEF10803CD}"/>
              </a:ext>
            </a:extLst>
          </p:cNvPr>
          <p:cNvSpPr/>
          <p:nvPr userDrawn="1"/>
        </p:nvSpPr>
        <p:spPr bwMode="auto">
          <a:xfrm>
            <a:off x="2843374" y="4871107"/>
            <a:ext cx="2295144" cy="2293934"/>
          </a:xfrm>
          <a:prstGeom prst="ellipse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38100" tIns="38100" rIns="38100" bIns="381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000" b="0" i="0" u="none" strike="noStrike" cap="none" normalizeH="0" baseline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22" name="Oval 18">
            <a:extLst>
              <a:ext uri="{FF2B5EF4-FFF2-40B4-BE49-F238E27FC236}">
                <a16:creationId xmlns:a16="http://schemas.microsoft.com/office/drawing/2014/main" id="{6A0257A7-02C8-44C5-96FB-D3C4782DF85C}"/>
              </a:ext>
            </a:extLst>
          </p:cNvPr>
          <p:cNvSpPr/>
          <p:nvPr userDrawn="1"/>
        </p:nvSpPr>
        <p:spPr bwMode="auto">
          <a:xfrm>
            <a:off x="3021844" y="-566589"/>
            <a:ext cx="2002536" cy="2002536"/>
          </a:xfrm>
          <a:prstGeom prst="ellipse">
            <a:avLst/>
          </a:prstGeom>
          <a:noFill/>
          <a:ln w="19050" cap="flat" cmpd="sng" algn="ctr">
            <a:solidFill>
              <a:srgbClr val="A3B6DD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38100" tIns="38100" rIns="38100" bIns="38100" anchor="ctr">
            <a:spAutoFit/>
          </a:bodyPr>
          <a:lstStyle/>
          <a:p>
            <a:pPr eaLnBrk="1"/>
            <a:endParaRPr lang="en-US" altLang="x-none"/>
          </a:p>
        </p:txBody>
      </p:sp>
      <p:sp>
        <p:nvSpPr>
          <p:cNvPr id="28" name="Segnaposto testo 27">
            <a:extLst>
              <a:ext uri="{FF2B5EF4-FFF2-40B4-BE49-F238E27FC236}">
                <a16:creationId xmlns:a16="http://schemas.microsoft.com/office/drawing/2014/main" id="{88CD7DB6-149D-4F38-8BF7-8EF544AB53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342903"/>
            <a:ext cx="5257800" cy="944938"/>
          </a:xfrm>
        </p:spPr>
        <p:txBody>
          <a:bodyPr anchor="b">
            <a:noAutofit/>
          </a:bodyPr>
          <a:lstStyle>
            <a:lvl1pPr marL="0" indent="0" algn="l">
              <a:buNone/>
              <a:defRPr sz="3600">
                <a:latin typeface="+mj-lt"/>
              </a:defRPr>
            </a:lvl1pPr>
          </a:lstStyle>
          <a:p>
            <a:pPr lvl="0"/>
            <a:r>
              <a:rPr lang="it-IT" dirty="0"/>
              <a:t>Brief </a:t>
            </a:r>
            <a:r>
              <a:rPr lang="it-IT" dirty="0" err="1"/>
              <a:t>title</a:t>
            </a:r>
            <a:r>
              <a:rPr lang="it-IT" dirty="0"/>
              <a:t> </a:t>
            </a:r>
            <a:r>
              <a:rPr lang="it-IT" dirty="0" err="1"/>
              <a:t>goes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it-IT" dirty="0"/>
          </a:p>
        </p:txBody>
      </p:sp>
      <p:sp>
        <p:nvSpPr>
          <p:cNvPr id="35" name="Segnaposto contenuto 34">
            <a:extLst>
              <a:ext uri="{FF2B5EF4-FFF2-40B4-BE49-F238E27FC236}">
                <a16:creationId xmlns:a16="http://schemas.microsoft.com/office/drawing/2014/main" id="{D166726C-5F1B-45A2-B12D-00CD4BE59C5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4143" y="0"/>
            <a:ext cx="877824" cy="881175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pPr lvl="0"/>
            <a:r>
              <a:rPr lang="it-IT" dirty="0" err="1"/>
              <a:t>Element</a:t>
            </a:r>
            <a:r>
              <a:rPr lang="it-IT" dirty="0"/>
              <a:t> 1</a:t>
            </a:r>
          </a:p>
        </p:txBody>
      </p:sp>
      <p:sp>
        <p:nvSpPr>
          <p:cNvPr id="36" name="Segnaposto contenuto 34">
            <a:extLst>
              <a:ext uri="{FF2B5EF4-FFF2-40B4-BE49-F238E27FC236}">
                <a16:creationId xmlns:a16="http://schemas.microsoft.com/office/drawing/2014/main" id="{B0F75A08-18DA-4287-A58A-4FCD33F2B31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91200" y="1828800"/>
            <a:ext cx="2525364" cy="2523744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pPr lvl="0"/>
            <a:r>
              <a:rPr lang="it-IT" dirty="0" err="1"/>
              <a:t>Element</a:t>
            </a:r>
            <a:r>
              <a:rPr lang="it-IT" dirty="0"/>
              <a:t> 2</a:t>
            </a:r>
          </a:p>
        </p:txBody>
      </p:sp>
      <p:sp>
        <p:nvSpPr>
          <p:cNvPr id="37" name="Segnaposto contenuto 34">
            <a:extLst>
              <a:ext uri="{FF2B5EF4-FFF2-40B4-BE49-F238E27FC236}">
                <a16:creationId xmlns:a16="http://schemas.microsoft.com/office/drawing/2014/main" id="{B5297B92-BE1A-4980-A6AB-1AC77006441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311143" y="5303443"/>
            <a:ext cx="1423824" cy="142926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/>
            </a:lvl1pPr>
          </a:lstStyle>
          <a:p>
            <a:pPr lvl="0"/>
            <a:r>
              <a:rPr lang="it-IT" dirty="0" err="1"/>
              <a:t>Element</a:t>
            </a:r>
            <a:r>
              <a:rPr lang="it-IT" dirty="0"/>
              <a:t> 3</a:t>
            </a:r>
          </a:p>
        </p:txBody>
      </p:sp>
      <p:sp>
        <p:nvSpPr>
          <p:cNvPr id="39" name="Segnaposto testo 38">
            <a:extLst>
              <a:ext uri="{FF2B5EF4-FFF2-40B4-BE49-F238E27FC236}">
                <a16:creationId xmlns:a16="http://schemas.microsoft.com/office/drawing/2014/main" id="{FB0DCDA4-0F76-46FF-98F3-1589E38C49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1600200"/>
            <a:ext cx="5257800" cy="4571999"/>
          </a:xfrm>
        </p:spPr>
        <p:txBody>
          <a:bodyPr/>
          <a:lstStyle>
            <a:lvl1pPr marL="404813" indent="-404813">
              <a:defRPr sz="2400"/>
            </a:lvl1pPr>
            <a:lvl2pPr marL="798513" indent="-341313">
              <a:defRPr sz="2200"/>
            </a:lvl2pPr>
            <a:lvl3pPr marL="1203325" indent="-288925">
              <a:defRPr sz="1800"/>
            </a:lvl3pPr>
            <a:lvl4pPr marL="1655763" indent="-284163">
              <a:defRPr sz="1800"/>
            </a:lvl4pPr>
            <a:lvl5pPr>
              <a:defRPr sz="1800"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528597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0C11F8-301F-4D18-9B94-D5AB1F2DC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342900"/>
            <a:ext cx="3971925" cy="1257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il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ADEF3E-81A5-4313-A9D5-45450381B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342900"/>
            <a:ext cx="6170611" cy="5829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C73D591-523E-41B0-AE7A-B35894252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0100" y="1828802"/>
            <a:ext cx="3971925" cy="434339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BFF6913-993A-4C96-9913-44672A5E1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9B90910-B7C7-4843-B758-F8532825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FA58DA-A3C1-4AD0-ADF9-A63475335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1696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3000" userDrawn="1">
          <p15:clr>
            <a:srgbClr val="FBAE40"/>
          </p15:clr>
        </p15:guide>
        <p15:guide id="3" pos="326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0C11F8-301F-4D18-9B94-D5AB1F2DC3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342901"/>
            <a:ext cx="3971925" cy="1257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il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ADEF3E-81A5-4313-A9D5-45450381B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828800"/>
            <a:ext cx="3971925" cy="4343400"/>
          </a:xfrm>
        </p:spPr>
        <p:txBody>
          <a:bodyPr/>
          <a:lstStyle>
            <a:lvl1pPr marL="287338" indent="-287338">
              <a:defRPr sz="2000"/>
            </a:lvl1pPr>
            <a:lvl2pPr marL="744538" indent="-287338">
              <a:defRPr sz="1800"/>
            </a:lvl2pPr>
            <a:lvl3pPr marL="1201738" indent="-287338"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BFF6913-993A-4C96-9913-44672A5E1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9B90910-B7C7-4843-B758-F8532825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FA58DA-A3C1-4AD0-ADF9-A63475335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sp>
        <p:nvSpPr>
          <p:cNvPr id="10" name="Segnaposto immagine 9">
            <a:extLst>
              <a:ext uri="{FF2B5EF4-FFF2-40B4-BE49-F238E27FC236}">
                <a16:creationId xmlns:a16="http://schemas.microsoft.com/office/drawing/2014/main" id="{EBD74C5E-DE65-4DFD-B2C2-A6221491E3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81600" y="342900"/>
            <a:ext cx="6172200" cy="5829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0726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3000" userDrawn="1">
          <p15:clr>
            <a:srgbClr val="FBAE40"/>
          </p15:clr>
        </p15:guide>
        <p15:guide id="3" pos="326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3F0AF-1872-4A0E-B979-B6F3384558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342900"/>
            <a:ext cx="3971925" cy="1257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il titolo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BD1101C-09D4-4BCD-8CE3-896EA98C4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9EB9573-B669-4A68-9482-350637BF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8EDCB20-2D45-4C2C-B8CE-7F10D255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2D6CABC1-3BF7-41EC-8C6E-9DBC50FC51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0100" y="1828800"/>
            <a:ext cx="3971925" cy="434340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0468C19E-A449-46C2-9823-A226AA5909ED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178776" y="3319713"/>
            <a:ext cx="6170612" cy="2852487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14" name="Segnaposto immagine 2">
            <a:extLst>
              <a:ext uri="{FF2B5EF4-FFF2-40B4-BE49-F238E27FC236}">
                <a16:creationId xmlns:a16="http://schemas.microsoft.com/office/drawing/2014/main" id="{BBEE7B9F-EA7B-4F13-BC90-4B2575ABD226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5178776" y="342900"/>
            <a:ext cx="6170612" cy="2852487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69429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300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3F0AF-1872-4A0E-B979-B6F3384558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0100" y="342900"/>
            <a:ext cx="3971925" cy="1257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il titolo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BD1101C-09D4-4BCD-8CE3-896EA98C4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9EB9573-B669-4A68-9482-350637BF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8EDCB20-2D45-4C2C-B8CE-7F10D255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2D6CABC1-3BF7-41EC-8C6E-9DBC50FC51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7821" y="3319713"/>
            <a:ext cx="3954680" cy="2852486"/>
          </a:xfrm>
        </p:spPr>
        <p:txBody>
          <a:bodyPr/>
          <a:lstStyle>
            <a:lvl1pPr marL="346075" indent="-346075">
              <a:defRPr sz="2000"/>
            </a:lvl1pPr>
            <a:lvl2pPr marL="798513" indent="-341313">
              <a:defRPr sz="1800"/>
            </a:lvl2pPr>
            <a:lvl3pPr marL="1146175" indent="-231775">
              <a:defRPr sz="1800"/>
            </a:lvl3pPr>
            <a:lvl4pPr marL="1597025" indent="-225425">
              <a:defRPr sz="1600"/>
            </a:lvl4pPr>
            <a:lvl5pPr marL="2060575" indent="-231775">
              <a:defRPr sz="1600"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0468C19E-A449-46C2-9823-A226AA5909ED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178776" y="3319713"/>
            <a:ext cx="6170612" cy="2852487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14" name="Segnaposto immagine 2">
            <a:extLst>
              <a:ext uri="{FF2B5EF4-FFF2-40B4-BE49-F238E27FC236}">
                <a16:creationId xmlns:a16="http://schemas.microsoft.com/office/drawing/2014/main" id="{BBEE7B9F-EA7B-4F13-BC90-4B2575ABD226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5178776" y="342900"/>
            <a:ext cx="6170612" cy="2852487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AE004D6-C371-4263-AA6F-34D5BEFA19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0100" y="1828801"/>
            <a:ext cx="3962400" cy="1366586"/>
          </a:xfrm>
        </p:spPr>
        <p:txBody>
          <a:bodyPr anchor="ctr">
            <a:normAutofit/>
          </a:bodyPr>
          <a:lstStyle>
            <a:lvl1pPr marL="0" indent="0" algn="just">
              <a:buNone/>
              <a:defRPr sz="2000"/>
            </a:lvl1pPr>
          </a:lstStyle>
          <a:p>
            <a:pPr lvl="0"/>
            <a:r>
              <a:rPr lang="it-IT" sz="2000" dirty="0"/>
              <a:t>Brief </a:t>
            </a:r>
            <a:r>
              <a:rPr lang="it-IT" sz="2000" dirty="0" err="1"/>
              <a:t>description</a:t>
            </a:r>
            <a:r>
              <a:rPr lang="it-IT" sz="2000" dirty="0"/>
              <a:t> of </a:t>
            </a:r>
            <a:r>
              <a:rPr lang="it-IT" sz="2000" dirty="0" err="1"/>
              <a:t>what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demonstrated</a:t>
            </a:r>
            <a:r>
              <a:rPr lang="it-IT" sz="2000" dirty="0"/>
              <a:t> by the </a:t>
            </a:r>
            <a:r>
              <a:rPr lang="it-IT" sz="2000" dirty="0" err="1"/>
              <a:t>figures</a:t>
            </a:r>
            <a:r>
              <a:rPr lang="it-IT" sz="2000" dirty="0"/>
              <a:t> and the link </a:t>
            </a:r>
            <a:r>
              <a:rPr lang="it-IT" sz="2000" dirty="0" err="1"/>
              <a:t>between</a:t>
            </a:r>
            <a:r>
              <a:rPr lang="it-IT" sz="2000" dirty="0"/>
              <a:t> </a:t>
            </a:r>
            <a:r>
              <a:rPr lang="it-IT" sz="2000" dirty="0" err="1"/>
              <a:t>them</a:t>
            </a:r>
            <a:r>
              <a:rPr lang="it-IT" sz="2000" dirty="0"/>
              <a:t>. How </a:t>
            </a:r>
            <a:r>
              <a:rPr lang="it-IT" sz="2000" dirty="0" err="1"/>
              <a:t>should</a:t>
            </a:r>
            <a:r>
              <a:rPr lang="it-IT" sz="2000" dirty="0"/>
              <a:t> slides be </a:t>
            </a:r>
            <a:r>
              <a:rPr lang="it-IT" sz="2000" dirty="0" err="1"/>
              <a:t>seen</a:t>
            </a:r>
            <a:r>
              <a:rPr lang="it-IT" sz="2000" dirty="0"/>
              <a:t>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55424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300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2EE3A6-DEEA-4959-8BD0-6845D310D6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BA57B10-2844-4573-A1C8-6B8F2117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4F618F2-9C8C-4D49-8428-4FDD1B7B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CAA03F9-E353-4384-90B7-F6E830E0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/>
              <a:t>   |   </a:t>
            </a:r>
            <a:fld id="{77E0F69E-94E4-477D-9D2E-ABE325801752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C38CDE96-6F7C-4428-9CDB-F2FB20B3D7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0099" y="1972734"/>
            <a:ext cx="10553700" cy="37258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416085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F98F29B-9FF7-4ADD-A7CF-21A00223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BA50B87-64E2-441D-B31A-F7B3893A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DFDD99-FE0C-41B8-8DC7-B4B2D180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74127BD3-20B8-4FAC-9A46-CE52FF2E69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0101" y="965729"/>
            <a:ext cx="3484563" cy="23574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/>
          </a:p>
        </p:txBody>
      </p:sp>
      <p:sp>
        <p:nvSpPr>
          <p:cNvPr id="7" name="Segnaposto immagine 5">
            <a:extLst>
              <a:ext uri="{FF2B5EF4-FFF2-40B4-BE49-F238E27FC236}">
                <a16:creationId xmlns:a16="http://schemas.microsoft.com/office/drawing/2014/main" id="{EEA7F471-60F2-4E27-A0D5-B6B7832725F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4669" y="965729"/>
            <a:ext cx="3484563" cy="23574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/>
          </a:p>
        </p:txBody>
      </p:sp>
      <p:sp>
        <p:nvSpPr>
          <p:cNvPr id="8" name="Segnaposto immagine 5">
            <a:extLst>
              <a:ext uri="{FF2B5EF4-FFF2-40B4-BE49-F238E27FC236}">
                <a16:creationId xmlns:a16="http://schemas.microsoft.com/office/drawing/2014/main" id="{09DE682E-0527-40E8-AE50-21E79EC3C3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69237" y="965729"/>
            <a:ext cx="3484563" cy="23574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/>
          </a:p>
        </p:txBody>
      </p:sp>
      <p:sp>
        <p:nvSpPr>
          <p:cNvPr id="9" name="Segnaposto immagine 5">
            <a:extLst>
              <a:ext uri="{FF2B5EF4-FFF2-40B4-BE49-F238E27FC236}">
                <a16:creationId xmlns:a16="http://schemas.microsoft.com/office/drawing/2014/main" id="{8AFDB4EE-052C-4E26-A073-28D864B181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0101" y="3534833"/>
            <a:ext cx="3484563" cy="23574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/>
          </a:p>
        </p:txBody>
      </p:sp>
      <p:sp>
        <p:nvSpPr>
          <p:cNvPr id="10" name="Segnaposto immagine 5">
            <a:extLst>
              <a:ext uri="{FF2B5EF4-FFF2-40B4-BE49-F238E27FC236}">
                <a16:creationId xmlns:a16="http://schemas.microsoft.com/office/drawing/2014/main" id="{82A6016B-3F32-4D34-98B2-66AFBA7C687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34669" y="3534833"/>
            <a:ext cx="3484563" cy="23574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/>
          </a:p>
        </p:txBody>
      </p:sp>
      <p:sp>
        <p:nvSpPr>
          <p:cNvPr id="11" name="Segnaposto immagine 5">
            <a:extLst>
              <a:ext uri="{FF2B5EF4-FFF2-40B4-BE49-F238E27FC236}">
                <a16:creationId xmlns:a16="http://schemas.microsoft.com/office/drawing/2014/main" id="{6C880EA9-A790-4ACC-B1A1-D3C075B07FE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69237" y="3534833"/>
            <a:ext cx="3484563" cy="23574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84673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 Ev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e 19">
            <a:extLst>
              <a:ext uri="{FF2B5EF4-FFF2-40B4-BE49-F238E27FC236}">
                <a16:creationId xmlns:a16="http://schemas.microsoft.com/office/drawing/2014/main" id="{172399A8-98CB-469D-8BC3-349119DAFCF5}"/>
              </a:ext>
            </a:extLst>
          </p:cNvPr>
          <p:cNvSpPr/>
          <p:nvPr userDrawn="1"/>
        </p:nvSpPr>
        <p:spPr>
          <a:xfrm>
            <a:off x="-3385552" y="419241"/>
            <a:ext cx="5503373" cy="5506166"/>
          </a:xfrm>
          <a:prstGeom prst="ellipse">
            <a:avLst/>
          </a:prstGeom>
          <a:noFill/>
          <a:ln w="19050">
            <a:solidFill>
              <a:srgbClr val="A3B6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F98F29B-9FF7-4ADD-A7CF-21A00223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BA50B87-64E2-441D-B31A-F7B3893A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DFDD99-FE0C-41B8-8DC7-B4B2D180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3DCC5546-7155-4500-988C-E95A9F12739A}"/>
              </a:ext>
            </a:extLst>
          </p:cNvPr>
          <p:cNvSpPr/>
          <p:nvPr userDrawn="1"/>
        </p:nvSpPr>
        <p:spPr bwMode="auto">
          <a:xfrm>
            <a:off x="800100" y="1913616"/>
            <a:ext cx="2477167" cy="2474076"/>
          </a:xfrm>
          <a:prstGeom prst="ellipse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25400" algn="ctr" rotWithShape="0">
              <a:srgbClr val="000000">
                <a:alpha val="50000"/>
              </a:srgbClr>
            </a:outerShdw>
          </a:effectLst>
        </p:spPr>
        <p:txBody>
          <a:bodyPr vert="horz" wrap="square" lIns="38100" tIns="38100" rIns="38100" bIns="381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8255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000" b="0" i="0" u="none" strike="noStrike" cap="none" normalizeH="0" baseline="0" dirty="0">
              <a:ln>
                <a:noFill/>
              </a:ln>
              <a:solidFill>
                <a:srgbClr val="74808C"/>
              </a:solidFill>
              <a:effectLst/>
              <a:latin typeface="Poppins" charset="0"/>
              <a:ea typeface="Poppins" charset="0"/>
              <a:cs typeface="Poppins" charset="0"/>
              <a:sym typeface="Poppins" charset="0"/>
            </a:endParaRPr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6FE831D2-DA54-4360-88A5-E00DFA5801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60193" y="124755"/>
            <a:ext cx="1828800" cy="1828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it-IT" dirty="0"/>
          </a:p>
        </p:txBody>
      </p:sp>
      <p:sp>
        <p:nvSpPr>
          <p:cNvPr id="14" name="Segnaposto contenuto 12">
            <a:extLst>
              <a:ext uri="{FF2B5EF4-FFF2-40B4-BE49-F238E27FC236}">
                <a16:creationId xmlns:a16="http://schemas.microsoft.com/office/drawing/2014/main" id="{668BEED5-B3F3-4B1E-8043-E9FC920CF7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50570" y="852420"/>
            <a:ext cx="1828800" cy="1828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it-IT" dirty="0"/>
          </a:p>
        </p:txBody>
      </p:sp>
      <p:sp>
        <p:nvSpPr>
          <p:cNvPr id="15" name="Segnaposto contenuto 12">
            <a:extLst>
              <a:ext uri="{FF2B5EF4-FFF2-40B4-BE49-F238E27FC236}">
                <a16:creationId xmlns:a16="http://schemas.microsoft.com/office/drawing/2014/main" id="{4F734E5C-A417-4939-A3C6-D81D724FE73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40211" y="2236253"/>
            <a:ext cx="1828800" cy="1828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it-IT" dirty="0"/>
          </a:p>
        </p:txBody>
      </p:sp>
      <p:sp>
        <p:nvSpPr>
          <p:cNvPr id="16" name="Segnaposto contenuto 12">
            <a:extLst>
              <a:ext uri="{FF2B5EF4-FFF2-40B4-BE49-F238E27FC236}">
                <a16:creationId xmlns:a16="http://schemas.microsoft.com/office/drawing/2014/main" id="{D10A8D55-6D9E-4F22-A3B4-FC3DAA099A3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55481" y="3433352"/>
            <a:ext cx="1828800" cy="1828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it-IT" dirty="0"/>
          </a:p>
        </p:txBody>
      </p:sp>
      <p:sp>
        <p:nvSpPr>
          <p:cNvPr id="17" name="Segnaposto contenuto 12">
            <a:extLst>
              <a:ext uri="{FF2B5EF4-FFF2-40B4-BE49-F238E27FC236}">
                <a16:creationId xmlns:a16="http://schemas.microsoft.com/office/drawing/2014/main" id="{59D2B048-0164-4626-9827-CEBFF7EAB81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60193" y="4347752"/>
            <a:ext cx="1828800" cy="1828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it-IT" dirty="0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4568062E-A5A1-48F8-B8FF-EC505531D203}"/>
              </a:ext>
            </a:extLst>
          </p:cNvPr>
          <p:cNvSpPr/>
          <p:nvPr userDrawn="1"/>
        </p:nvSpPr>
        <p:spPr>
          <a:xfrm>
            <a:off x="-4157135" y="932556"/>
            <a:ext cx="13605935" cy="4436194"/>
          </a:xfrm>
          <a:prstGeom prst="ellipse">
            <a:avLst/>
          </a:prstGeom>
          <a:noFill/>
          <a:ln w="19050">
            <a:solidFill>
              <a:srgbClr val="A3B6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6C2F6B47-61B4-4608-94AC-067177E4A954}"/>
              </a:ext>
            </a:extLst>
          </p:cNvPr>
          <p:cNvSpPr/>
          <p:nvPr userDrawn="1"/>
        </p:nvSpPr>
        <p:spPr bwMode="auto">
          <a:xfrm>
            <a:off x="326230" y="5528095"/>
            <a:ext cx="307672" cy="310072"/>
          </a:xfrm>
          <a:prstGeom prst="ellipse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38100" tIns="38100" rIns="38100" bIns="38100" anchor="ctr">
            <a:spAutoFit/>
          </a:bodyPr>
          <a:lstStyle/>
          <a:p>
            <a:pPr eaLnBrk="1"/>
            <a:endParaRPr lang="en-US" altLang="x-none"/>
          </a:p>
        </p:txBody>
      </p:sp>
      <p:sp>
        <p:nvSpPr>
          <p:cNvPr id="23" name="Oval 20">
            <a:extLst>
              <a:ext uri="{FF2B5EF4-FFF2-40B4-BE49-F238E27FC236}">
                <a16:creationId xmlns:a16="http://schemas.microsoft.com/office/drawing/2014/main" id="{6679F312-DE9F-4C81-8267-F7F7B317A9C6}"/>
              </a:ext>
            </a:extLst>
          </p:cNvPr>
          <p:cNvSpPr/>
          <p:nvPr userDrawn="1"/>
        </p:nvSpPr>
        <p:spPr bwMode="auto">
          <a:xfrm>
            <a:off x="2875624" y="720206"/>
            <a:ext cx="401643" cy="400959"/>
          </a:xfrm>
          <a:prstGeom prst="ellipse">
            <a:avLst/>
          </a:prstGeom>
          <a:solidFill>
            <a:schemeClr val="bg2"/>
          </a:solidFill>
          <a:ln w="1905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38100" tIns="38100" rIns="38100" bIns="38100" anchor="ctr">
            <a:spAutoFit/>
          </a:bodyPr>
          <a:lstStyle/>
          <a:p>
            <a:pPr eaLnBrk="1"/>
            <a:endParaRPr lang="en-US" altLang="x-none" dirty="0"/>
          </a:p>
        </p:txBody>
      </p:sp>
      <p:sp>
        <p:nvSpPr>
          <p:cNvPr id="24" name="Oval 20">
            <a:extLst>
              <a:ext uri="{FF2B5EF4-FFF2-40B4-BE49-F238E27FC236}">
                <a16:creationId xmlns:a16="http://schemas.microsoft.com/office/drawing/2014/main" id="{0AFB09EA-D4F0-4239-B813-380784C9C02B}"/>
              </a:ext>
            </a:extLst>
          </p:cNvPr>
          <p:cNvSpPr/>
          <p:nvPr userDrawn="1"/>
        </p:nvSpPr>
        <p:spPr bwMode="auto">
          <a:xfrm>
            <a:off x="5448927" y="949863"/>
            <a:ext cx="401643" cy="400959"/>
          </a:xfrm>
          <a:prstGeom prst="ellipse">
            <a:avLst/>
          </a:prstGeom>
          <a:solidFill>
            <a:schemeClr val="bg2"/>
          </a:solidFill>
          <a:ln w="1905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38100" tIns="38100" rIns="38100" bIns="38100" anchor="ctr">
            <a:spAutoFit/>
          </a:bodyPr>
          <a:lstStyle/>
          <a:p>
            <a:pPr eaLnBrk="1"/>
            <a:endParaRPr lang="en-US" altLang="x-none"/>
          </a:p>
        </p:txBody>
      </p:sp>
      <p:sp>
        <p:nvSpPr>
          <p:cNvPr id="25" name="Oval 20">
            <a:extLst>
              <a:ext uri="{FF2B5EF4-FFF2-40B4-BE49-F238E27FC236}">
                <a16:creationId xmlns:a16="http://schemas.microsoft.com/office/drawing/2014/main" id="{39BB5441-F8C9-494E-808B-EE6278BE2E51}"/>
              </a:ext>
            </a:extLst>
          </p:cNvPr>
          <p:cNvSpPr/>
          <p:nvPr userDrawn="1"/>
        </p:nvSpPr>
        <p:spPr bwMode="auto">
          <a:xfrm>
            <a:off x="8385409" y="1835294"/>
            <a:ext cx="401643" cy="400959"/>
          </a:xfrm>
          <a:prstGeom prst="ellipse">
            <a:avLst/>
          </a:prstGeom>
          <a:solidFill>
            <a:schemeClr val="bg2"/>
          </a:solidFill>
          <a:ln w="1905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38100" tIns="38100" rIns="38100" bIns="38100" anchor="ctr">
            <a:spAutoFit/>
          </a:bodyPr>
          <a:lstStyle/>
          <a:p>
            <a:pPr eaLnBrk="1"/>
            <a:endParaRPr lang="en-US" altLang="x-none"/>
          </a:p>
        </p:txBody>
      </p:sp>
      <p:sp>
        <p:nvSpPr>
          <p:cNvPr id="26" name="Oval 20">
            <a:extLst>
              <a:ext uri="{FF2B5EF4-FFF2-40B4-BE49-F238E27FC236}">
                <a16:creationId xmlns:a16="http://schemas.microsoft.com/office/drawing/2014/main" id="{4D09A4AF-5331-4E86-A4F6-FC430EFF3728}"/>
              </a:ext>
            </a:extLst>
          </p:cNvPr>
          <p:cNvSpPr/>
          <p:nvPr userDrawn="1"/>
        </p:nvSpPr>
        <p:spPr bwMode="auto">
          <a:xfrm>
            <a:off x="7693050" y="4387692"/>
            <a:ext cx="401643" cy="400959"/>
          </a:xfrm>
          <a:prstGeom prst="ellipse">
            <a:avLst/>
          </a:prstGeom>
          <a:solidFill>
            <a:schemeClr val="bg2"/>
          </a:solidFill>
          <a:ln w="1905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38100" tIns="38100" rIns="38100" bIns="38100" anchor="ctr">
            <a:spAutoFit/>
          </a:bodyPr>
          <a:lstStyle/>
          <a:p>
            <a:pPr eaLnBrk="1"/>
            <a:endParaRPr lang="en-US" altLang="x-none"/>
          </a:p>
        </p:txBody>
      </p:sp>
      <p:sp>
        <p:nvSpPr>
          <p:cNvPr id="27" name="Oval 20">
            <a:extLst>
              <a:ext uri="{FF2B5EF4-FFF2-40B4-BE49-F238E27FC236}">
                <a16:creationId xmlns:a16="http://schemas.microsoft.com/office/drawing/2014/main" id="{D72E540B-2E14-4458-955E-8991E443FC5C}"/>
              </a:ext>
            </a:extLst>
          </p:cNvPr>
          <p:cNvSpPr/>
          <p:nvPr userDrawn="1"/>
        </p:nvSpPr>
        <p:spPr bwMode="auto">
          <a:xfrm>
            <a:off x="5088993" y="4989709"/>
            <a:ext cx="401643" cy="400959"/>
          </a:xfrm>
          <a:prstGeom prst="ellipse">
            <a:avLst/>
          </a:prstGeom>
          <a:solidFill>
            <a:schemeClr val="bg2"/>
          </a:solidFill>
          <a:ln w="1905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38100" tIns="38100" rIns="38100" bIns="38100" anchor="ctr">
            <a:spAutoFit/>
          </a:bodyPr>
          <a:lstStyle/>
          <a:p>
            <a:pPr eaLnBrk="1"/>
            <a:endParaRPr lang="en-US" altLang="x-none"/>
          </a:p>
        </p:txBody>
      </p:sp>
      <p:sp>
        <p:nvSpPr>
          <p:cNvPr id="29" name="Segnaposto testo 28">
            <a:extLst>
              <a:ext uri="{FF2B5EF4-FFF2-40B4-BE49-F238E27FC236}">
                <a16:creationId xmlns:a16="http://schemas.microsoft.com/office/drawing/2014/main" id="{5B4055D6-D0BC-4E3A-BBAD-79C11645BE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36874" y="795396"/>
            <a:ext cx="276225" cy="27432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it-IT" dirty="0"/>
              <a:t>#</a:t>
            </a:r>
          </a:p>
        </p:txBody>
      </p:sp>
      <p:sp>
        <p:nvSpPr>
          <p:cNvPr id="30" name="Segnaposto testo 28">
            <a:extLst>
              <a:ext uri="{FF2B5EF4-FFF2-40B4-BE49-F238E27FC236}">
                <a16:creationId xmlns:a16="http://schemas.microsoft.com/office/drawing/2014/main" id="{BD76088F-6F5F-425B-AD22-C06EA6BE56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1636" y="1013182"/>
            <a:ext cx="276225" cy="27432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it-IT" dirty="0"/>
              <a:t>#</a:t>
            </a:r>
          </a:p>
        </p:txBody>
      </p:sp>
      <p:sp>
        <p:nvSpPr>
          <p:cNvPr id="31" name="Segnaposto testo 28">
            <a:extLst>
              <a:ext uri="{FF2B5EF4-FFF2-40B4-BE49-F238E27FC236}">
                <a16:creationId xmlns:a16="http://schemas.microsoft.com/office/drawing/2014/main" id="{850F78F3-310A-422E-B22B-D61FE4E490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297" y="1893353"/>
            <a:ext cx="276225" cy="27432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it-IT" dirty="0"/>
              <a:t>#</a:t>
            </a:r>
          </a:p>
        </p:txBody>
      </p:sp>
      <p:sp>
        <p:nvSpPr>
          <p:cNvPr id="32" name="Segnaposto testo 28">
            <a:extLst>
              <a:ext uri="{FF2B5EF4-FFF2-40B4-BE49-F238E27FC236}">
                <a16:creationId xmlns:a16="http://schemas.microsoft.com/office/drawing/2014/main" id="{CF1843DB-2932-43FF-8CC0-E573352266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55758" y="4451011"/>
            <a:ext cx="276225" cy="27432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it-IT" dirty="0"/>
              <a:t>#</a:t>
            </a:r>
          </a:p>
        </p:txBody>
      </p:sp>
      <p:sp>
        <p:nvSpPr>
          <p:cNvPr id="33" name="Segnaposto testo 28">
            <a:extLst>
              <a:ext uri="{FF2B5EF4-FFF2-40B4-BE49-F238E27FC236}">
                <a16:creationId xmlns:a16="http://schemas.microsoft.com/office/drawing/2014/main" id="{9A1F5C11-1693-4CFC-9349-8C4B3AE1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1702" y="5053028"/>
            <a:ext cx="276225" cy="27432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it-IT" dirty="0"/>
              <a:t>#</a:t>
            </a:r>
          </a:p>
        </p:txBody>
      </p:sp>
      <p:sp>
        <p:nvSpPr>
          <p:cNvPr id="35" name="Segnaposto testo 34">
            <a:extLst>
              <a:ext uri="{FF2B5EF4-FFF2-40B4-BE49-F238E27FC236}">
                <a16:creationId xmlns:a16="http://schemas.microsoft.com/office/drawing/2014/main" id="{0753C0D0-1959-4080-A28C-9F7ADA0C5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55242" y="342900"/>
            <a:ext cx="2484330" cy="960799"/>
          </a:xfrm>
        </p:spPr>
        <p:txBody>
          <a:bodyPr anchor="b">
            <a:normAutofit/>
          </a:bodyPr>
          <a:lstStyle>
            <a:lvl1pPr marL="0" indent="0" algn="r">
              <a:buNone/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Title</a:t>
            </a:r>
          </a:p>
        </p:txBody>
      </p:sp>
      <p:sp>
        <p:nvSpPr>
          <p:cNvPr id="36" name="Oval 20">
            <a:extLst>
              <a:ext uri="{FF2B5EF4-FFF2-40B4-BE49-F238E27FC236}">
                <a16:creationId xmlns:a16="http://schemas.microsoft.com/office/drawing/2014/main" id="{D1FB1018-0D84-4755-A7A7-F494EB0D4D14}"/>
              </a:ext>
            </a:extLst>
          </p:cNvPr>
          <p:cNvSpPr/>
          <p:nvPr userDrawn="1"/>
        </p:nvSpPr>
        <p:spPr bwMode="auto">
          <a:xfrm>
            <a:off x="1216025" y="1150342"/>
            <a:ext cx="307672" cy="310072"/>
          </a:xfrm>
          <a:prstGeom prst="ellipse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38100" tIns="38100" rIns="38100" bIns="38100" anchor="ctr">
            <a:spAutoFit/>
          </a:bodyPr>
          <a:lstStyle/>
          <a:p>
            <a:pPr eaLnBrk="1"/>
            <a:endParaRPr lang="en-US" altLang="x-none"/>
          </a:p>
        </p:txBody>
      </p:sp>
      <p:sp>
        <p:nvSpPr>
          <p:cNvPr id="38" name="Segnaposto contenuto 37">
            <a:extLst>
              <a:ext uri="{FF2B5EF4-FFF2-40B4-BE49-F238E27FC236}">
                <a16:creationId xmlns:a16="http://schemas.microsoft.com/office/drawing/2014/main" id="{C61F1AC1-36C5-40BA-925D-2431B9DCCE9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216025" y="2326656"/>
            <a:ext cx="1645920" cy="164592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it-IT" dirty="0"/>
              <a:t>F</a:t>
            </a:r>
          </a:p>
        </p:txBody>
      </p: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4D429128-7D07-41EB-A0E1-B91E52FDE6F8}"/>
              </a:ext>
            </a:extLst>
          </p:cNvPr>
          <p:cNvCxnSpPr>
            <a:cxnSpLocks/>
          </p:cNvCxnSpPr>
          <p:nvPr userDrawn="1"/>
        </p:nvCxnSpPr>
        <p:spPr>
          <a:xfrm flipV="1">
            <a:off x="8855242" y="1295400"/>
            <a:ext cx="2498558" cy="829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e 40">
            <a:extLst>
              <a:ext uri="{FF2B5EF4-FFF2-40B4-BE49-F238E27FC236}">
                <a16:creationId xmlns:a16="http://schemas.microsoft.com/office/drawing/2014/main" id="{9AEAD21E-C952-4211-BC8F-7CC9B3486400}"/>
              </a:ext>
            </a:extLst>
          </p:cNvPr>
          <p:cNvSpPr/>
          <p:nvPr userDrawn="1"/>
        </p:nvSpPr>
        <p:spPr>
          <a:xfrm>
            <a:off x="480066" y="1600207"/>
            <a:ext cx="3142640" cy="3144235"/>
          </a:xfrm>
          <a:prstGeom prst="ellipse">
            <a:avLst/>
          </a:prstGeom>
          <a:noFill/>
          <a:ln w="19050">
            <a:solidFill>
              <a:srgbClr val="A3B6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Segnaposto testo 42">
            <a:extLst>
              <a:ext uri="{FF2B5EF4-FFF2-40B4-BE49-F238E27FC236}">
                <a16:creationId xmlns:a16="http://schemas.microsoft.com/office/drawing/2014/main" id="{B410DD55-045A-414D-9E29-7094A9F784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55242" y="4600835"/>
            <a:ext cx="2484414" cy="1575716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it-IT" dirty="0"/>
              <a:t>A concise </a:t>
            </a:r>
            <a:r>
              <a:rPr lang="it-IT" dirty="0" err="1"/>
              <a:t>comment</a:t>
            </a:r>
            <a:r>
              <a:rPr lang="it-IT" dirty="0"/>
              <a:t> can be </a:t>
            </a:r>
            <a:r>
              <a:rPr lang="it-IT" dirty="0" err="1"/>
              <a:t>placed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it-IT" dirty="0"/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65256B22-C823-4188-80E1-D122301FEF46}"/>
              </a:ext>
            </a:extLst>
          </p:cNvPr>
          <p:cNvCxnSpPr>
            <a:cxnSpLocks/>
          </p:cNvCxnSpPr>
          <p:nvPr userDrawn="1"/>
        </p:nvCxnSpPr>
        <p:spPr>
          <a:xfrm flipH="1">
            <a:off x="8470161" y="4239569"/>
            <a:ext cx="96379" cy="60682"/>
          </a:xfrm>
          <a:prstGeom prst="straightConnector1">
            <a:avLst/>
          </a:prstGeom>
          <a:ln w="57150">
            <a:solidFill>
              <a:srgbClr val="A3B6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0C43FE09-F5DC-4906-AC9C-2EE1536277D8}"/>
              </a:ext>
            </a:extLst>
          </p:cNvPr>
          <p:cNvCxnSpPr>
            <a:cxnSpLocks/>
          </p:cNvCxnSpPr>
          <p:nvPr userDrawn="1"/>
        </p:nvCxnSpPr>
        <p:spPr>
          <a:xfrm>
            <a:off x="7852127" y="1722528"/>
            <a:ext cx="117058" cy="44292"/>
          </a:xfrm>
          <a:prstGeom prst="straightConnector1">
            <a:avLst/>
          </a:prstGeom>
          <a:ln w="57150">
            <a:solidFill>
              <a:srgbClr val="A3B6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8AC85324-1B79-48FF-8DF5-4D9CF686B12B}"/>
              </a:ext>
            </a:extLst>
          </p:cNvPr>
          <p:cNvCxnSpPr>
            <a:cxnSpLocks/>
          </p:cNvCxnSpPr>
          <p:nvPr userDrawn="1"/>
        </p:nvCxnSpPr>
        <p:spPr>
          <a:xfrm>
            <a:off x="2237599" y="937260"/>
            <a:ext cx="56021" cy="0"/>
          </a:xfrm>
          <a:prstGeom prst="straightConnector1">
            <a:avLst/>
          </a:prstGeom>
          <a:ln w="57150">
            <a:solidFill>
              <a:srgbClr val="A3B6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913DA5D4-3824-47DE-A988-2BAF63F4FDC9}"/>
              </a:ext>
            </a:extLst>
          </p:cNvPr>
          <p:cNvCxnSpPr>
            <a:cxnSpLocks/>
          </p:cNvCxnSpPr>
          <p:nvPr userDrawn="1"/>
        </p:nvCxnSpPr>
        <p:spPr>
          <a:xfrm flipH="1">
            <a:off x="2260927" y="5365238"/>
            <a:ext cx="160926" cy="0"/>
          </a:xfrm>
          <a:prstGeom prst="straightConnector1">
            <a:avLst/>
          </a:prstGeom>
          <a:ln w="57150">
            <a:solidFill>
              <a:srgbClr val="A3B6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205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6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A27D30-2A41-43BF-A3DB-5F6E52599F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clic per modificare lo stile del titolo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8ECCC3F-8240-4E9A-BBB9-F9F5039AF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EDEA24F-9686-483F-B1D3-6726467AA1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314013-C7A8-470B-A8D1-40810D844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FD9C57-D24C-4FCC-8F1A-9A970FABD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3154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8C496D2-533E-48B8-B692-E4EC56C7A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E579ECF-8635-4AED-A0B8-CCDC8F963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1B050A-50F0-4BE8-B6F1-C7FE6AA3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547F96-0F96-401E-ACF6-38B6D125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60AF13-C37D-4FFD-B30C-A5110EBD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8168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F98F29B-9FF7-4ADD-A7CF-21A00223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30114" y="6372626"/>
            <a:ext cx="1781476" cy="3710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22 April 2026</a:t>
            </a:r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BA50B87-64E2-441D-B31A-F7B3893A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7599" y="6372626"/>
            <a:ext cx="6262312" cy="371074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DFDD99-FE0C-41B8-8DC7-B4B2D180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‹#›</a:t>
            </a:fld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C2B0E90B-FA82-4EE5-9879-1E6776289A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100" y="1600201"/>
            <a:ext cx="10553700" cy="91199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rgbClr val="1D418A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Thank </a:t>
            </a:r>
            <a:r>
              <a:rPr lang="it-IT" dirty="0" err="1"/>
              <a:t>you</a:t>
            </a:r>
            <a:r>
              <a:rPr lang="it-IT" dirty="0"/>
              <a:t> for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attention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8E779891-64E1-42BD-8977-AD397DAAD4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0100" y="3079803"/>
            <a:ext cx="4383693" cy="2338368"/>
          </a:xfrm>
        </p:spPr>
        <p:txBody>
          <a:bodyPr anchor="ctr"/>
          <a:lstStyle>
            <a:lvl1pPr marL="0" indent="0" algn="ctr">
              <a:buNone/>
              <a:defRPr>
                <a:solidFill>
                  <a:srgbClr val="1D418A"/>
                </a:solidFill>
                <a:latin typeface="+mj-lt"/>
              </a:defRPr>
            </a:lvl1pPr>
          </a:lstStyle>
          <a:p>
            <a:pPr lvl="0"/>
            <a:r>
              <a:rPr lang="it-IT" dirty="0" err="1"/>
              <a:t>Contacts</a:t>
            </a:r>
            <a:endParaRPr lang="it-IT" dirty="0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7E1D9B86-00A0-49C7-BB3E-29177DE3D5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103" y="3133832"/>
            <a:ext cx="804774" cy="804774"/>
          </a:xfrm>
          <a:prstGeom prst="rect">
            <a:avLst/>
          </a:prstGeom>
        </p:spPr>
      </p:pic>
      <p:grpSp>
        <p:nvGrpSpPr>
          <p:cNvPr id="27" name="Gruppo 26">
            <a:extLst>
              <a:ext uri="{FF2B5EF4-FFF2-40B4-BE49-F238E27FC236}">
                <a16:creationId xmlns:a16="http://schemas.microsoft.com/office/drawing/2014/main" id="{630FA9BA-211D-4AE7-B71E-CAE168AD483B}"/>
              </a:ext>
            </a:extLst>
          </p:cNvPr>
          <p:cNvGrpSpPr/>
          <p:nvPr userDrawn="1"/>
        </p:nvGrpSpPr>
        <p:grpSpPr>
          <a:xfrm>
            <a:off x="5764338" y="4745806"/>
            <a:ext cx="668164" cy="672365"/>
            <a:chOff x="6381800" y="3314869"/>
            <a:chExt cx="668164" cy="672365"/>
          </a:xfrm>
        </p:grpSpPr>
        <p:sp>
          <p:nvSpPr>
            <p:cNvPr id="21" name="Ovale 20">
              <a:extLst>
                <a:ext uri="{FF2B5EF4-FFF2-40B4-BE49-F238E27FC236}">
                  <a16:creationId xmlns:a16="http://schemas.microsoft.com/office/drawing/2014/main" id="{BCCD24BC-54BA-47CE-B777-A11AB01AA1D8}"/>
                </a:ext>
              </a:extLst>
            </p:cNvPr>
            <p:cNvSpPr/>
            <p:nvPr userDrawn="1"/>
          </p:nvSpPr>
          <p:spPr>
            <a:xfrm>
              <a:off x="6381800" y="3314869"/>
              <a:ext cx="668164" cy="672365"/>
            </a:xfrm>
            <a:prstGeom prst="ellipse">
              <a:avLst/>
            </a:prstGeom>
            <a:solidFill>
              <a:srgbClr val="1D418A"/>
            </a:solidFill>
            <a:ln>
              <a:solidFill>
                <a:srgbClr val="1D41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0" name="Google Shape;496;p39">
              <a:extLst>
                <a:ext uri="{FF2B5EF4-FFF2-40B4-BE49-F238E27FC236}">
                  <a16:creationId xmlns:a16="http://schemas.microsoft.com/office/drawing/2014/main" id="{477A43C0-8479-440B-92A6-FE3E20F7D029}"/>
                </a:ext>
              </a:extLst>
            </p:cNvPr>
            <p:cNvGrpSpPr/>
            <p:nvPr userDrawn="1"/>
          </p:nvGrpSpPr>
          <p:grpSpPr>
            <a:xfrm>
              <a:off x="6502327" y="3400816"/>
              <a:ext cx="427110" cy="418181"/>
              <a:chOff x="1236875" y="1623900"/>
              <a:chExt cx="465200" cy="455475"/>
            </a:xfrm>
          </p:grpSpPr>
          <p:sp>
            <p:nvSpPr>
              <p:cNvPr id="11" name="Google Shape;497;p39">
                <a:extLst>
                  <a:ext uri="{FF2B5EF4-FFF2-40B4-BE49-F238E27FC236}">
                    <a16:creationId xmlns:a16="http://schemas.microsoft.com/office/drawing/2014/main" id="{7CFD0767-8884-4AF1-937E-914D57034891}"/>
                  </a:ext>
                </a:extLst>
              </p:cNvPr>
              <p:cNvSpPr/>
              <p:nvPr/>
            </p:nvSpPr>
            <p:spPr>
              <a:xfrm>
                <a:off x="1236875" y="1623900"/>
                <a:ext cx="465200" cy="445125"/>
              </a:xfrm>
              <a:custGeom>
                <a:avLst/>
                <a:gdLst/>
                <a:ahLst/>
                <a:cxnLst/>
                <a:rect l="l" t="t" r="r" b="b"/>
                <a:pathLst>
                  <a:path w="18608" h="17805" fill="none" extrusionOk="0">
                    <a:moveTo>
                      <a:pt x="13493" y="14127"/>
                    </a:moveTo>
                    <a:lnTo>
                      <a:pt x="18608" y="17804"/>
                    </a:lnTo>
                    <a:lnTo>
                      <a:pt x="18608" y="17804"/>
                    </a:lnTo>
                    <a:lnTo>
                      <a:pt x="18608" y="17731"/>
                    </a:lnTo>
                    <a:lnTo>
                      <a:pt x="18608" y="6723"/>
                    </a:lnTo>
                    <a:lnTo>
                      <a:pt x="9304" y="1"/>
                    </a:lnTo>
                    <a:lnTo>
                      <a:pt x="1" y="6723"/>
                    </a:lnTo>
                    <a:lnTo>
                      <a:pt x="1" y="17731"/>
                    </a:lnTo>
                    <a:lnTo>
                      <a:pt x="1" y="17731"/>
                    </a:lnTo>
                    <a:lnTo>
                      <a:pt x="1" y="17804"/>
                    </a:lnTo>
                    <a:lnTo>
                      <a:pt x="5115" y="14127"/>
                    </a:lnTo>
                  </a:path>
                </a:pathLst>
              </a:custGeom>
              <a:noFill/>
              <a:ln w="31750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12" name="Google Shape;498;p39">
                <a:extLst>
                  <a:ext uri="{FF2B5EF4-FFF2-40B4-BE49-F238E27FC236}">
                    <a16:creationId xmlns:a16="http://schemas.microsoft.com/office/drawing/2014/main" id="{EB16A85F-AC96-4A7A-9D8E-F467A5C55973}"/>
                  </a:ext>
                </a:extLst>
              </p:cNvPr>
              <p:cNvSpPr/>
              <p:nvPr/>
            </p:nvSpPr>
            <p:spPr>
              <a:xfrm>
                <a:off x="1244800" y="2078750"/>
                <a:ext cx="449375" cy="625"/>
              </a:xfrm>
              <a:custGeom>
                <a:avLst/>
                <a:gdLst/>
                <a:ahLst/>
                <a:cxnLst/>
                <a:rect l="l" t="t" r="r" b="b"/>
                <a:pathLst>
                  <a:path w="17975" h="25" fill="none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98" y="0"/>
                    </a:lnTo>
                    <a:lnTo>
                      <a:pt x="171" y="24"/>
                    </a:lnTo>
                    <a:lnTo>
                      <a:pt x="17804" y="24"/>
                    </a:lnTo>
                    <a:lnTo>
                      <a:pt x="17804" y="24"/>
                    </a:lnTo>
                    <a:lnTo>
                      <a:pt x="17877" y="0"/>
                    </a:lnTo>
                    <a:lnTo>
                      <a:pt x="17974" y="0"/>
                    </a:lnTo>
                  </a:path>
                </a:pathLst>
              </a:custGeom>
              <a:noFill/>
              <a:ln w="31750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13" name="Google Shape;499;p39">
                <a:extLst>
                  <a:ext uri="{FF2B5EF4-FFF2-40B4-BE49-F238E27FC236}">
                    <a16:creationId xmlns:a16="http://schemas.microsoft.com/office/drawing/2014/main" id="{74AAC798-10B4-48F1-9537-845AF5C97B91}"/>
                  </a:ext>
                </a:extLst>
              </p:cNvPr>
              <p:cNvSpPr/>
              <p:nvPr/>
            </p:nvSpPr>
            <p:spPr>
              <a:xfrm>
                <a:off x="1236875" y="1791950"/>
                <a:ext cx="465200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18608" h="6869" fill="none" extrusionOk="0">
                    <a:moveTo>
                      <a:pt x="18608" y="1"/>
                    </a:moveTo>
                    <a:lnTo>
                      <a:pt x="9450" y="6820"/>
                    </a:lnTo>
                    <a:lnTo>
                      <a:pt x="9450" y="6820"/>
                    </a:lnTo>
                    <a:lnTo>
                      <a:pt x="9377" y="6845"/>
                    </a:lnTo>
                    <a:lnTo>
                      <a:pt x="9304" y="6869"/>
                    </a:lnTo>
                    <a:lnTo>
                      <a:pt x="9304" y="6869"/>
                    </a:lnTo>
                    <a:lnTo>
                      <a:pt x="9231" y="6845"/>
                    </a:lnTo>
                    <a:lnTo>
                      <a:pt x="9158" y="6820"/>
                    </a:lnTo>
                    <a:lnTo>
                      <a:pt x="1" y="1"/>
                    </a:lnTo>
                  </a:path>
                </a:pathLst>
              </a:custGeom>
              <a:noFill/>
              <a:ln w="31750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14" name="Google Shape;500;p39">
                <a:extLst>
                  <a:ext uri="{FF2B5EF4-FFF2-40B4-BE49-F238E27FC236}">
                    <a16:creationId xmlns:a16="http://schemas.microsoft.com/office/drawing/2014/main" id="{D5822BBC-D5A7-4BA3-9284-AAC668C58F6F}"/>
                  </a:ext>
                </a:extLst>
              </p:cNvPr>
              <p:cNvSpPr/>
              <p:nvPr/>
            </p:nvSpPr>
            <p:spPr>
              <a:xfrm>
                <a:off x="1330025" y="1750550"/>
                <a:ext cx="278900" cy="110850"/>
              </a:xfrm>
              <a:custGeom>
                <a:avLst/>
                <a:gdLst/>
                <a:ahLst/>
                <a:cxnLst/>
                <a:rect l="l" t="t" r="r" b="b"/>
                <a:pathLst>
                  <a:path w="11156" h="4434" fill="none" extrusionOk="0">
                    <a:moveTo>
                      <a:pt x="1" y="4433"/>
                    </a:moveTo>
                    <a:lnTo>
                      <a:pt x="1" y="1"/>
                    </a:lnTo>
                    <a:lnTo>
                      <a:pt x="11155" y="1"/>
                    </a:lnTo>
                    <a:lnTo>
                      <a:pt x="11155" y="4433"/>
                    </a:lnTo>
                  </a:path>
                </a:pathLst>
              </a:custGeom>
              <a:noFill/>
              <a:ln w="31750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15" name="Google Shape;501;p39">
                <a:extLst>
                  <a:ext uri="{FF2B5EF4-FFF2-40B4-BE49-F238E27FC236}">
                    <a16:creationId xmlns:a16="http://schemas.microsoft.com/office/drawing/2014/main" id="{07B32CAA-7418-4C59-B8E7-A6AF149DFA42}"/>
                  </a:ext>
                </a:extLst>
              </p:cNvPr>
              <p:cNvSpPr/>
              <p:nvPr/>
            </p:nvSpPr>
            <p:spPr>
              <a:xfrm>
                <a:off x="1402500" y="1810225"/>
                <a:ext cx="1339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9" h="1" fill="none" extrusionOk="0">
                    <a:moveTo>
                      <a:pt x="0" y="0"/>
                    </a:moveTo>
                    <a:lnTo>
                      <a:pt x="5358" y="0"/>
                    </a:lnTo>
                  </a:path>
                </a:pathLst>
              </a:custGeom>
              <a:noFill/>
              <a:ln w="31750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16" name="Google Shape;502;p39">
                <a:extLst>
                  <a:ext uri="{FF2B5EF4-FFF2-40B4-BE49-F238E27FC236}">
                    <a16:creationId xmlns:a16="http://schemas.microsoft.com/office/drawing/2014/main" id="{B452EE3E-267B-4638-9D8A-E8897167FF27}"/>
                  </a:ext>
                </a:extLst>
              </p:cNvPr>
              <p:cNvSpPr/>
              <p:nvPr/>
            </p:nvSpPr>
            <p:spPr>
              <a:xfrm>
                <a:off x="1402500" y="1844325"/>
                <a:ext cx="1339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9" h="1" fill="none" extrusionOk="0">
                    <a:moveTo>
                      <a:pt x="0" y="0"/>
                    </a:moveTo>
                    <a:lnTo>
                      <a:pt x="5358" y="0"/>
                    </a:lnTo>
                  </a:path>
                </a:pathLst>
              </a:custGeom>
              <a:noFill/>
              <a:ln w="31750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  <p:sp>
            <p:nvSpPr>
              <p:cNvPr id="17" name="Google Shape;503;p39">
                <a:extLst>
                  <a:ext uri="{FF2B5EF4-FFF2-40B4-BE49-F238E27FC236}">
                    <a16:creationId xmlns:a16="http://schemas.microsoft.com/office/drawing/2014/main" id="{82789E3B-69DD-4E8A-879D-D5A90CD118A0}"/>
                  </a:ext>
                </a:extLst>
              </p:cNvPr>
              <p:cNvSpPr/>
              <p:nvPr/>
            </p:nvSpPr>
            <p:spPr>
              <a:xfrm>
                <a:off x="1402500" y="1878425"/>
                <a:ext cx="852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10" h="1" fill="none" extrusionOk="0">
                    <a:moveTo>
                      <a:pt x="0" y="0"/>
                    </a:moveTo>
                    <a:lnTo>
                      <a:pt x="3410" y="0"/>
                    </a:lnTo>
                  </a:path>
                </a:pathLst>
              </a:custGeom>
              <a:noFill/>
              <a:ln w="31750" cap="rnd" cmpd="sng">
                <a:solidFill>
                  <a:schemeClr val="bg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667"/>
              </a:p>
            </p:txBody>
          </p:sp>
        </p:grpSp>
      </p:grpSp>
      <p:sp>
        <p:nvSpPr>
          <p:cNvPr id="26" name="Ovale 25">
            <a:extLst>
              <a:ext uri="{FF2B5EF4-FFF2-40B4-BE49-F238E27FC236}">
                <a16:creationId xmlns:a16="http://schemas.microsoft.com/office/drawing/2014/main" id="{763E67F4-8922-4D40-BD6D-BF574C07EA3B}"/>
              </a:ext>
            </a:extLst>
          </p:cNvPr>
          <p:cNvSpPr/>
          <p:nvPr userDrawn="1"/>
        </p:nvSpPr>
        <p:spPr>
          <a:xfrm>
            <a:off x="5764338" y="3981510"/>
            <a:ext cx="668164" cy="672365"/>
          </a:xfrm>
          <a:prstGeom prst="ellipse">
            <a:avLst/>
          </a:prstGeom>
          <a:solidFill>
            <a:srgbClr val="1D418A"/>
          </a:solidFill>
          <a:ln>
            <a:solidFill>
              <a:srgbClr val="1D41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30" name="Google Shape;625;p39">
            <a:extLst>
              <a:ext uri="{FF2B5EF4-FFF2-40B4-BE49-F238E27FC236}">
                <a16:creationId xmlns:a16="http://schemas.microsoft.com/office/drawing/2014/main" id="{3AE5C515-CD59-457B-A974-38E985EE45E7}"/>
              </a:ext>
            </a:extLst>
          </p:cNvPr>
          <p:cNvGrpSpPr/>
          <p:nvPr userDrawn="1"/>
        </p:nvGrpSpPr>
        <p:grpSpPr>
          <a:xfrm>
            <a:off x="5884865" y="4111970"/>
            <a:ext cx="443332" cy="363984"/>
            <a:chOff x="2599525" y="3688600"/>
            <a:chExt cx="428675" cy="351950"/>
          </a:xfrm>
        </p:grpSpPr>
        <p:sp>
          <p:nvSpPr>
            <p:cNvPr id="31" name="Google Shape;626;p39">
              <a:extLst>
                <a:ext uri="{FF2B5EF4-FFF2-40B4-BE49-F238E27FC236}">
                  <a16:creationId xmlns:a16="http://schemas.microsoft.com/office/drawing/2014/main" id="{8A4949FD-6068-46C6-8F62-5A499B909D5D}"/>
                </a:ext>
              </a:extLst>
            </p:cNvPr>
            <p:cNvSpPr/>
            <p:nvPr/>
          </p:nvSpPr>
          <p:spPr>
            <a:xfrm>
              <a:off x="2599525" y="3688600"/>
              <a:ext cx="428675" cy="168675"/>
            </a:xfrm>
            <a:custGeom>
              <a:avLst/>
              <a:gdLst/>
              <a:ahLst/>
              <a:cxnLst/>
              <a:rect l="l" t="t" r="r" b="b"/>
              <a:pathLst>
                <a:path w="17147" h="6747" fill="none" extrusionOk="0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w="31750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667"/>
            </a:p>
          </p:txBody>
        </p:sp>
        <p:sp>
          <p:nvSpPr>
            <p:cNvPr id="32" name="Google Shape;627;p39">
              <a:extLst>
                <a:ext uri="{FF2B5EF4-FFF2-40B4-BE49-F238E27FC236}">
                  <a16:creationId xmlns:a16="http://schemas.microsoft.com/office/drawing/2014/main" id="{70B242F3-B949-4A01-BB0B-A39316A0AA43}"/>
                </a:ext>
              </a:extLst>
            </p:cNvPr>
            <p:cNvSpPr/>
            <p:nvPr/>
          </p:nvSpPr>
          <p:spPr>
            <a:xfrm>
              <a:off x="2792550" y="3862125"/>
              <a:ext cx="42650" cy="23775"/>
            </a:xfrm>
            <a:custGeom>
              <a:avLst/>
              <a:gdLst/>
              <a:ahLst/>
              <a:cxnLst/>
              <a:rect l="l" t="t" r="r" b="b"/>
              <a:pathLst>
                <a:path w="1706" h="951" fill="none" extrusionOk="0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w="31750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667"/>
            </a:p>
          </p:txBody>
        </p:sp>
        <p:sp>
          <p:nvSpPr>
            <p:cNvPr id="33" name="Google Shape;628;p39">
              <a:extLst>
                <a:ext uri="{FF2B5EF4-FFF2-40B4-BE49-F238E27FC236}">
                  <a16:creationId xmlns:a16="http://schemas.microsoft.com/office/drawing/2014/main" id="{AD2AE248-08C6-46DB-9B45-B5494F1875ED}"/>
                </a:ext>
              </a:extLst>
            </p:cNvPr>
            <p:cNvSpPr/>
            <p:nvPr/>
          </p:nvSpPr>
          <p:spPr>
            <a:xfrm>
              <a:off x="2599525" y="3852375"/>
              <a:ext cx="428675" cy="188175"/>
            </a:xfrm>
            <a:custGeom>
              <a:avLst/>
              <a:gdLst/>
              <a:ahLst/>
              <a:cxnLst/>
              <a:rect l="l" t="t" r="r" b="b"/>
              <a:pathLst>
                <a:path w="17147" h="7527" fill="none" extrusionOk="0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w="31750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667"/>
            </a:p>
          </p:txBody>
        </p:sp>
      </p:grpSp>
      <p:sp>
        <p:nvSpPr>
          <p:cNvPr id="37" name="Segnaposto testo 34">
            <a:extLst>
              <a:ext uri="{FF2B5EF4-FFF2-40B4-BE49-F238E27FC236}">
                <a16:creationId xmlns:a16="http://schemas.microsoft.com/office/drawing/2014/main" id="{7F06B18A-652F-4793-9D75-EFA3126C5F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8497" y="4741941"/>
            <a:ext cx="4750710" cy="67236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it-IT" dirty="0"/>
              <a:t>Personal email</a:t>
            </a:r>
          </a:p>
        </p:txBody>
      </p:sp>
      <p:sp>
        <p:nvSpPr>
          <p:cNvPr id="38" name="Segnaposto testo 34">
            <a:extLst>
              <a:ext uri="{FF2B5EF4-FFF2-40B4-BE49-F238E27FC236}">
                <a16:creationId xmlns:a16="http://schemas.microsoft.com/office/drawing/2014/main" id="{B562C23B-841B-4389-AEBB-C0342A0FAD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03088" y="3967539"/>
            <a:ext cx="4750710" cy="67236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it-IT" dirty="0" err="1"/>
              <a:t>Institutional</a:t>
            </a:r>
            <a:r>
              <a:rPr lang="it-IT" dirty="0"/>
              <a:t> email</a:t>
            </a:r>
          </a:p>
        </p:txBody>
      </p:sp>
      <p:sp>
        <p:nvSpPr>
          <p:cNvPr id="39" name="Segnaposto testo 34">
            <a:extLst>
              <a:ext uri="{FF2B5EF4-FFF2-40B4-BE49-F238E27FC236}">
                <a16:creationId xmlns:a16="http://schemas.microsoft.com/office/drawing/2014/main" id="{DC35D508-D803-4C57-9BC3-850109AD1D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03089" y="3193137"/>
            <a:ext cx="4750710" cy="67236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it-IT" dirty="0"/>
              <a:t>Linkedin link</a:t>
            </a:r>
          </a:p>
        </p:txBody>
      </p:sp>
    </p:spTree>
    <p:extLst>
      <p:ext uri="{BB962C8B-B14F-4D97-AF65-F5344CB8AC3E}">
        <p14:creationId xmlns:p14="http://schemas.microsoft.com/office/powerpoint/2010/main" val="1035833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64873D0-1CB6-4C88-994C-12FFB895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42901"/>
            <a:ext cx="10553699" cy="9524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/>
              <a:t>clic per modificare il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E4760F7-96C6-48EF-A9EE-FE30EE4E5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0" y="1600200"/>
            <a:ext cx="10553700" cy="4914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09C9D8-A41E-46B2-89C4-2745FC913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41794" y="6372626"/>
            <a:ext cx="612005" cy="37107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   |   </a:t>
            </a:r>
            <a:fld id="{77E0F69E-94E4-477D-9D2E-ABE325801752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5650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82" r:id="rId4"/>
    <p:sldLayoutId id="2147483683" r:id="rId5"/>
    <p:sldLayoutId id="2147483677" r:id="rId6"/>
    <p:sldLayoutId id="2147483672" r:id="rId7"/>
    <p:sldLayoutId id="2147483674" r:id="rId8"/>
    <p:sldLayoutId id="2147483675" r:id="rId9"/>
    <p:sldLayoutId id="2147483667" r:id="rId10"/>
    <p:sldLayoutId id="2147483651" r:id="rId11"/>
    <p:sldLayoutId id="2147483666" r:id="rId12"/>
    <p:sldLayoutId id="2147483652" r:id="rId13"/>
    <p:sldLayoutId id="2147483653" r:id="rId14"/>
    <p:sldLayoutId id="2147483660" r:id="rId15"/>
    <p:sldLayoutId id="2147483673" r:id="rId16"/>
    <p:sldLayoutId id="2147483655" r:id="rId17"/>
    <p:sldLayoutId id="2147483671" r:id="rId18"/>
    <p:sldLayoutId id="2147483669" r:id="rId19"/>
    <p:sldLayoutId id="2147483656" r:id="rId20"/>
    <p:sldLayoutId id="2147483668" r:id="rId21"/>
    <p:sldLayoutId id="2147483657" r:id="rId22"/>
    <p:sldLayoutId id="2147483680" r:id="rId23"/>
    <p:sldLayoutId id="2147483676" r:id="rId24"/>
    <p:sldLayoutId id="2147483678" r:id="rId25"/>
    <p:sldLayoutId id="2147483679" r:id="rId26"/>
    <p:sldLayoutId id="2147483658" r:id="rId27"/>
    <p:sldLayoutId id="2147483659" r:id="rId28"/>
    <p:sldLayoutId id="2147483681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461963" indent="-461963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Clr>
          <a:schemeClr val="accent1"/>
        </a:buClr>
        <a:buSzPct val="90000"/>
        <a:buFont typeface="Wingdings" panose="05000000000000000000" pitchFamily="2" charset="2"/>
        <a:buChar char="v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857250" indent="-40005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Clr>
          <a:schemeClr val="accent1"/>
        </a:buClr>
        <a:buSzPct val="90000"/>
        <a:buFont typeface="Wingdings" panose="05000000000000000000" pitchFamily="2" charset="2"/>
        <a:buChar char="v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Clr>
          <a:schemeClr val="accent1"/>
        </a:buClr>
        <a:buSzPct val="90000"/>
        <a:buFont typeface="Wingdings" panose="05000000000000000000" pitchFamily="2" charset="2"/>
        <a:buChar char="v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55763" indent="-284163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Clr>
          <a:schemeClr val="accent1"/>
        </a:buClr>
        <a:buSzPct val="90000"/>
        <a:buFont typeface="Wingdings" panose="05000000000000000000" pitchFamily="2" charset="2"/>
        <a:buChar char="v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117725" indent="-288925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Clr>
          <a:schemeClr val="accent1"/>
        </a:buClr>
        <a:buSzPct val="90000"/>
        <a:buFont typeface="Wingdings" panose="05000000000000000000" pitchFamily="2" charset="2"/>
        <a:buChar char="v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7608" userDrawn="1">
          <p15:clr>
            <a:srgbClr val="F26B43"/>
          </p15:clr>
        </p15:guide>
        <p15:guide id="6" orient="horz" pos="216" userDrawn="1">
          <p15:clr>
            <a:srgbClr val="F26B43"/>
          </p15:clr>
        </p15:guide>
        <p15:guide id="7" orient="horz" pos="816" userDrawn="1">
          <p15:clr>
            <a:srgbClr val="F26B43"/>
          </p15:clr>
        </p15:guide>
        <p15:guide id="8" pos="504" userDrawn="1">
          <p15:clr>
            <a:srgbClr val="F26B43"/>
          </p15:clr>
        </p15:guide>
        <p15:guide id="9" pos="7152" userDrawn="1">
          <p15:clr>
            <a:srgbClr val="F26B43"/>
          </p15:clr>
        </p15:guide>
        <p15:guide id="11" orient="horz" pos="4008" userDrawn="1">
          <p15:clr>
            <a:srgbClr val="F26B43"/>
          </p15:clr>
        </p15:guide>
        <p15:guide id="12" orient="horz" pos="3888" userDrawn="1">
          <p15:clr>
            <a:srgbClr val="F26B43"/>
          </p15:clr>
        </p15:guide>
        <p15:guide id="13" orient="horz" pos="10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vllm.ai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Azure/AzurePublicDataset/blob/master/data/AzureLLMInferenceTrace_code.csv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2C41A9-D41F-413F-8A0A-F02FA67F65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LLM Inference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A483ED1-00BA-48CA-B06F-2E7452D383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Franco Galante</a:t>
            </a:r>
          </a:p>
        </p:txBody>
      </p:sp>
    </p:spTree>
    <p:extLst>
      <p:ext uri="{BB962C8B-B14F-4D97-AF65-F5344CB8AC3E}">
        <p14:creationId xmlns:p14="http://schemas.microsoft.com/office/powerpoint/2010/main" val="3394161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AE0451-76C1-B7B4-3EAE-174A2873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Lessosns Learned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AA52EB-F1A1-A2FC-92F5-7E41385BA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Details on the functioning of LLM inference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E0F0A-7DBD-70D4-4001-7788C26C81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79225" y="6372225"/>
            <a:ext cx="612775" cy="371475"/>
          </a:xfrm>
        </p:spPr>
        <p:txBody>
          <a:bodyPr/>
          <a:lstStyle/>
          <a:p>
            <a:fld id="{77E0F69E-94E4-477D-9D2E-ABE325801752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064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2B86A-645C-FD2B-B852-32FB6A381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Attention Mechnaism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7582-E1F6-CA13-F37A-D2FD1DBF0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4F461-FEF8-31A3-2D83-2F11C7D84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9425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4C53-0F01-3D34-FADE-D095D9546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Attention ? Explanation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D989F-EDFD-22CD-7465-B36C5EF24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ADB10-DA74-71D1-08F7-23A37E98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239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75DF-E32D-FFB5-C032-F946EFF0D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Continuous Batching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BB488-4995-F745-2721-9171DC561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87F1D-C20D-52F7-0930-FDA1E9E6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263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784B-AE1E-44E7-C592-EAECDB05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Role of Batches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84983-308C-ABD1-FE1A-347169716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30592-AE0D-77A3-5C7A-04376BD9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5914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E475-A05E-6CCD-E77A-FDF32E569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Chunked Prefill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B38638-3479-147A-39DB-C1766A4E67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it-IT" dirty="0"/>
                  <a:t>Inference and serving engines like </a:t>
                </a:r>
                <a:r>
                  <a:rPr lang="it-IT" dirty="0">
                    <a:hlinkClick r:id="rId2"/>
                  </a:rPr>
                  <a:t>vLLM</a:t>
                </a:r>
                <a:r>
                  <a:rPr lang="it-IT" dirty="0"/>
                  <a:t> set a </a:t>
                </a:r>
                <a:r>
                  <a:rPr lang="it-IT" b="1" dirty="0"/>
                  <a:t>maximum tokens-per-batch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it-IT" dirty="0"/>
                  <a:t> limit</a:t>
                </a:r>
              </a:p>
              <a:p>
                <a:r>
                  <a:rPr lang="it-IT" i="1" dirty="0"/>
                  <a:t>What does it mean?</a:t>
                </a:r>
              </a:p>
              <a:p>
                <a:pPr lvl="1"/>
                <a:r>
                  <a:rPr lang="it-IT" i="1" dirty="0"/>
                  <a:t>Preliminaries: </a:t>
                </a:r>
                <a:r>
                  <a:rPr lang="it-IT" dirty="0"/>
                  <a:t>Prefill (all prompt token at once) costs more tokens than decode (1 token at a time):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𝒑𝒓𝒐𝒎𝒑𝒕</m:t>
                        </m:r>
                      </m:sub>
                    </m:sSub>
                  </m:oMath>
                </a14:m>
                <a:r>
                  <a:rPr lang="it-IT" b="1" dirty="0"/>
                  <a:t> cost vs 1 cost</a:t>
                </a:r>
              </a:p>
              <a:p>
                <a:pPr lvl="1"/>
                <a:r>
                  <a:rPr lang="it-IT" dirty="0"/>
                  <a:t>When using </a:t>
                </a:r>
                <a:r>
                  <a:rPr lang="it-IT" u="sng" dirty="0"/>
                  <a:t>continuous batching</a:t>
                </a:r>
                <a:r>
                  <a:rPr lang="it-IT" dirty="0"/>
                  <a:t>, you may have mixed prefill and decode </a:t>
                </a:r>
                <a:r>
                  <a:rPr lang="it-IT" i="1" dirty="0"/>
                  <a:t>requests</a:t>
                </a:r>
              </a:p>
              <a:p>
                <a:pPr lvl="2"/>
                <a:r>
                  <a:rPr lang="it-IT" dirty="0"/>
                  <a:t>The decodes cost 1 token, the prefill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𝑝𝑟𝑜𝑚𝑝𝑡</m:t>
                        </m:r>
                      </m:sub>
                    </m:sSub>
                  </m:oMath>
                </a14:m>
                <a:r>
                  <a:rPr lang="it-IT" dirty="0"/>
                  <a:t> tokens!!</a:t>
                </a:r>
              </a:p>
              <a:p>
                <a:pPr lvl="2"/>
                <a:r>
                  <a:rPr lang="it-IT" b="1" dirty="0"/>
                  <a:t>Limit</a:t>
                </a:r>
                <a:r>
                  <a:rPr lang="it-IT" dirty="0"/>
                  <a:t> the processed tokens for each given step!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it-IT" sz="2400" b="1" i="1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it-IT" sz="2400" dirty="0"/>
                  <a:t> is a </a:t>
                </a:r>
                <a:r>
                  <a:rPr lang="it-IT" sz="2400" u="sng" dirty="0"/>
                  <a:t>throughput/latency knob</a:t>
                </a:r>
                <a:r>
                  <a:rPr lang="it-IT" sz="2400" dirty="0"/>
                  <a:t>: large vals improve throughput (prompt-heavy jobs), small vals reduce memory pressure (latency)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B38638-3479-147A-39DB-C1766A4E67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66" t="-2109" r="-520" b="-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429C1-8BDC-3102-3707-7F8425F4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678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D51C-052C-9F83-560F-433668D40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Chunked Prefill cont.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18275-C2D0-842A-FB16-F091D6B74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i="1" dirty="0"/>
              <a:t>Why is it?</a:t>
            </a:r>
          </a:p>
          <a:p>
            <a:pPr lvl="1"/>
            <a:r>
              <a:rPr lang="it-IT" dirty="0"/>
              <a:t>Avoid GPU Out Of Memory (</a:t>
            </a:r>
            <a:r>
              <a:rPr lang="it-IT" b="1" dirty="0"/>
              <a:t>OOM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Avoid </a:t>
            </a:r>
            <a:r>
              <a:rPr lang="it-IT" b="1" dirty="0"/>
              <a:t>activation-memory blowups </a:t>
            </a:r>
            <a:r>
              <a:rPr lang="it-IT" dirty="0"/>
              <a:t>(prefill over many tokens creates large temporary activations; compute-heavy)</a:t>
            </a:r>
          </a:p>
          <a:p>
            <a:pPr lvl="2"/>
            <a:r>
              <a:rPr lang="it-IT" dirty="0"/>
              <a:t>Intermediate activation tensors during the </a:t>
            </a:r>
            <a:r>
              <a:rPr lang="it-IT" i="1" dirty="0"/>
              <a:t>forward</a:t>
            </a:r>
            <a:r>
              <a:rPr lang="it-IT" dirty="0"/>
              <a:t> pass</a:t>
            </a:r>
          </a:p>
          <a:p>
            <a:pPr lvl="2"/>
            <a:r>
              <a:rPr lang="it-IT" dirty="0"/>
              <a:t>Temp copies of Q, K, V during attention computation</a:t>
            </a:r>
          </a:p>
          <a:p>
            <a:pPr lvl="1"/>
            <a:r>
              <a:rPr lang="it-IT" dirty="0"/>
              <a:t>Balance between prefill and decode</a:t>
            </a:r>
          </a:p>
          <a:p>
            <a:pPr lvl="2"/>
            <a:r>
              <a:rPr lang="it-IT" dirty="0"/>
              <a:t>With continuous batching, prefill and decode are mixed together, if prefill can consume arbitrarily large tokens </a:t>
            </a:r>
            <a:r>
              <a:rPr lang="en-US" b="1" dirty="0"/>
              <a:t>decode requests may wait </a:t>
            </a:r>
            <a:r>
              <a:rPr lang="en-US" dirty="0"/>
              <a:t>behind a huge prompt pass</a:t>
            </a:r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7D0FF-73CA-CCF0-8D50-204B4A6A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655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8065-79C9-5304-3DE0-98F6D17D3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Chunked Prefill cont.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65FC47-4FE4-52EA-3710-ED371CFD2B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i="1" dirty="0"/>
                  <a:t>What does this imply?</a:t>
                </a:r>
              </a:p>
              <a:p>
                <a:pPr lvl="1"/>
                <a:r>
                  <a:rPr lang="it-IT" dirty="0"/>
                  <a:t>vLLM schedules </a:t>
                </a:r>
                <a:r>
                  <a:rPr lang="it-IT" b="1" dirty="0"/>
                  <a:t>decode work first </a:t>
                </a:r>
                <a:r>
                  <a:rPr lang="it-IT" dirty="0"/>
                  <a:t>(each decode amounts of 1 unit of budget)</a:t>
                </a:r>
              </a:p>
              <a:p>
                <a:pPr lvl="1"/>
                <a:r>
                  <a:rPr lang="it-IT" dirty="0"/>
                  <a:t>Then, the </a:t>
                </a:r>
                <a:r>
                  <a:rPr lang="it-IT" b="1" dirty="0"/>
                  <a:t>remaining token budget</a:t>
                </a:r>
                <a:r>
                  <a:rPr lang="it-IT" dirty="0"/>
                  <a:t> is used for prefill</a:t>
                </a:r>
              </a:p>
              <a:p>
                <a:r>
                  <a:rPr lang="it-IT" i="1" dirty="0"/>
                  <a:t>How does chuncked prefill work?</a:t>
                </a:r>
              </a:p>
              <a:p>
                <a:pPr lvl="1"/>
                <a:r>
                  <a:rPr lang="en-US" dirty="0"/>
                  <a:t>Split long prompt into chunks (e.g. use </a:t>
                </a:r>
                <a:r>
                  <a:rPr lang="en-US" i="1" dirty="0"/>
                  <a:t>all available remaining budget</a:t>
                </a:r>
                <a:r>
                  <a:rPr lang="en-US" dirty="0"/>
                  <a:t>) and process them over multiple iteration</a:t>
                </a:r>
              </a:p>
              <a:p>
                <a:pPr lvl="1"/>
                <a:r>
                  <a:rPr lang="en-US" b="1" dirty="0">
                    <a:solidFill>
                      <a:schemeClr val="accent5"/>
                    </a:solidFill>
                  </a:rPr>
                  <a:t>Subtlety</a:t>
                </a:r>
                <a:r>
                  <a:rPr lang="en-US" dirty="0"/>
                  <a:t>: these </a:t>
                </a:r>
                <a:r>
                  <a:rPr lang="en-US" b="1" dirty="0"/>
                  <a:t>cannot</a:t>
                </a:r>
                <a:r>
                  <a:rPr lang="en-US" dirty="0"/>
                  <a:t> be treated like three separate prompt</a:t>
                </a:r>
              </a:p>
              <a:p>
                <a:pPr lvl="2"/>
                <a:r>
                  <a:rPr lang="en-US" dirty="0"/>
                  <a:t>For chuck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the queries (Q) are on chuck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but these queries attend over all the K, V of the </a:t>
                </a:r>
                <a:r>
                  <a:rPr lang="en-US" u="sng" dirty="0"/>
                  <a:t>current and past</a:t>
                </a:r>
                <a:r>
                  <a:rPr lang="en-US" dirty="0"/>
                  <a:t> chunks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65FC47-4FE4-52EA-3710-ED371CFD2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6" t="-2109" r="-1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291E-5B75-6FB9-BDCC-6194C88DF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7962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F994-FB58-BFCC-8B40-3B4A635B4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Cost of Preemption?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3C5B2-C01F-5327-45F2-9378554AC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«Freeing» memory costs </a:t>
            </a:r>
            <a:r>
              <a:rPr lang="en-US" dirty="0"/>
              <a:t>~ 0</a:t>
            </a:r>
            <a:endParaRPr lang="it-IT" dirty="0"/>
          </a:p>
          <a:p>
            <a:pPr lvl="1"/>
            <a:r>
              <a:rPr lang="it-IT" dirty="0"/>
              <a:t>You do not delete the actual (GPU) memory</a:t>
            </a:r>
          </a:p>
          <a:p>
            <a:pPr lvl="1"/>
            <a:r>
              <a:rPr lang="en-US" dirty="0"/>
              <a:t>You work on memory-occupancy metadata</a:t>
            </a:r>
          </a:p>
          <a:p>
            <a:pPr lvl="1"/>
            <a:r>
              <a:rPr lang="en-US" dirty="0"/>
              <a:t>…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B1AF3-0E8A-4209-60FB-463882A5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6285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DA01BA-0294-ACF5-D7AC-FBCAD76E1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Optimizations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FC2B65-2AAB-8554-EFF9-CB29DF2B6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How to use tweeks to improve performances?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2729F-5AA2-DA42-4326-5DE3FA7847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79225" y="6372225"/>
            <a:ext cx="612775" cy="371475"/>
          </a:xfrm>
        </p:spPr>
        <p:txBody>
          <a:bodyPr/>
          <a:lstStyle/>
          <a:p>
            <a:fld id="{77E0F69E-94E4-477D-9D2E-ABE325801752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3396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E812-C639-0DE1-6B7A-FC54478B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Speculative Decoding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9F494-C72A-7E1D-05A8-E6D6BD423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69CC1-DBA1-2C82-22D1-2097554A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2372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5B83D3-5577-0B89-8C4F-CE24306B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Some Preliminary Results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1E3B8A-E30A-70C9-109A-891BDC6F5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Preliminary Performance Results using Vidur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3941E-E5F9-BA54-71DA-522F9CBAAB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79225" y="6372225"/>
            <a:ext cx="612775" cy="371475"/>
          </a:xfrm>
        </p:spPr>
        <p:txBody>
          <a:bodyPr/>
          <a:lstStyle/>
          <a:p>
            <a:fld id="{77E0F69E-94E4-477D-9D2E-ABE325801752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4295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037E-7213-7E7C-FC78-2064B644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Performance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C7F41-31A7-91CA-4CDD-CE0F52100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E2ED</a:t>
            </a:r>
            <a:r>
              <a:rPr lang="it-IT" dirty="0"/>
              <a:t>: end-to-end delay</a:t>
            </a:r>
          </a:p>
          <a:p>
            <a:r>
              <a:rPr lang="it-IT" b="1" dirty="0"/>
              <a:t>TTFT</a:t>
            </a:r>
            <a:r>
              <a:rPr lang="it-IT" dirty="0"/>
              <a:t>: time-to-first token</a:t>
            </a:r>
          </a:p>
          <a:p>
            <a:r>
              <a:rPr lang="it-IT" b="1" dirty="0"/>
              <a:t>TPOT</a:t>
            </a:r>
            <a:r>
              <a:rPr lang="it-IT" dirty="0"/>
              <a:t>: time-per-output-token</a:t>
            </a:r>
          </a:p>
          <a:p>
            <a:pPr lvl="1"/>
            <a:r>
              <a:rPr lang="it-IT" dirty="0"/>
              <a:t>Average time spent to generate each output token (decode time / number of generated tokens)</a:t>
            </a:r>
          </a:p>
          <a:p>
            <a:pPr lvl="1"/>
            <a:r>
              <a:rPr lang="it-IT" dirty="0"/>
              <a:t>Decode-phase metric</a:t>
            </a:r>
          </a:p>
          <a:p>
            <a:r>
              <a:rPr lang="it-IT" dirty="0"/>
              <a:t># of preemptions (the job already done is lost)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1C1D1-159B-28FB-57D4-BA87A8B1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0841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A0FE-BED0-FB96-6844-D783221A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Performance Summary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271DD2-5A2D-DE37-0593-77F720E25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301965"/>
              </p:ext>
            </p:extLst>
          </p:nvPr>
        </p:nvGraphicFramePr>
        <p:xfrm>
          <a:off x="1057711" y="2292316"/>
          <a:ext cx="10019791" cy="3395086"/>
        </p:xfrm>
        <a:graphic>
          <a:graphicData uri="http://schemas.openxmlformats.org/drawingml/2006/table">
            <a:tbl>
              <a:tblPr/>
              <a:tblGrid>
                <a:gridCol w="2041861">
                  <a:extLst>
                    <a:ext uri="{9D8B030D-6E8A-4147-A177-3AD203B41FA5}">
                      <a16:colId xmlns:a16="http://schemas.microsoft.com/office/drawing/2014/main" val="278509430"/>
                    </a:ext>
                  </a:extLst>
                </a:gridCol>
                <a:gridCol w="1132514">
                  <a:extLst>
                    <a:ext uri="{9D8B030D-6E8A-4147-A177-3AD203B41FA5}">
                      <a16:colId xmlns:a16="http://schemas.microsoft.com/office/drawing/2014/main" val="3896297658"/>
                    </a:ext>
                  </a:extLst>
                </a:gridCol>
                <a:gridCol w="1325460">
                  <a:extLst>
                    <a:ext uri="{9D8B030D-6E8A-4147-A177-3AD203B41FA5}">
                      <a16:colId xmlns:a16="http://schemas.microsoft.com/office/drawing/2014/main" val="60447665"/>
                    </a:ext>
                  </a:extLst>
                </a:gridCol>
                <a:gridCol w="1331332">
                  <a:extLst>
                    <a:ext uri="{9D8B030D-6E8A-4147-A177-3AD203B41FA5}">
                      <a16:colId xmlns:a16="http://schemas.microsoft.com/office/drawing/2014/main" val="1063844633"/>
                    </a:ext>
                  </a:extLst>
                </a:gridCol>
                <a:gridCol w="1646760">
                  <a:extLst>
                    <a:ext uri="{9D8B030D-6E8A-4147-A177-3AD203B41FA5}">
                      <a16:colId xmlns:a16="http://schemas.microsoft.com/office/drawing/2014/main" val="1562353017"/>
                    </a:ext>
                  </a:extLst>
                </a:gridCol>
                <a:gridCol w="1278166">
                  <a:extLst>
                    <a:ext uri="{9D8B030D-6E8A-4147-A177-3AD203B41FA5}">
                      <a16:colId xmlns:a16="http://schemas.microsoft.com/office/drawing/2014/main" val="3164892424"/>
                    </a:ext>
                  </a:extLst>
                </a:gridCol>
                <a:gridCol w="1263698">
                  <a:extLst>
                    <a:ext uri="{9D8B030D-6E8A-4147-A177-3AD203B41FA5}">
                      <a16:colId xmlns:a16="http://schemas.microsoft.com/office/drawing/2014/main" val="397237061"/>
                    </a:ext>
                  </a:extLst>
                </a:gridCol>
              </a:tblGrid>
              <a:tr h="4845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Metric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/>
                        <a:t>vLLM</a:t>
                      </a:r>
                      <a:endParaRPr lang="en-US" sz="1600" b="1" dirty="0"/>
                    </a:p>
                  </a:txBody>
                  <a:tcPr marL="69224" marR="69224" marT="34612" marB="346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ORCA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(m*=0.80)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(m*=0.90)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(m*=0.95)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(m*=0.99)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433016"/>
                  </a:ext>
                </a:extLst>
              </a:tr>
              <a:tr h="692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E2E</a:t>
                      </a:r>
                      <a:r>
                        <a:rPr lang="en-US" sz="1400" dirty="0"/>
                        <a:t> latency mean (s)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544.8076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801.9044</a:t>
                      </a:r>
                      <a:endParaRPr lang="en-US" sz="1400" dirty="0"/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543.5262</a:t>
                      </a:r>
                      <a:endParaRPr lang="en-US" sz="1400" dirty="0"/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529.1693</a:t>
                      </a:r>
                      <a:endParaRPr lang="en-US" sz="1400" dirty="0"/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526.7421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538.5237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230803"/>
                  </a:ext>
                </a:extLst>
              </a:tr>
              <a:tr h="484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TTFT</a:t>
                      </a:r>
                      <a:r>
                        <a:rPr lang="en-US" sz="1400" dirty="0"/>
                        <a:t> mean (s)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452.3456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758.2736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467.5548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446.4587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440.5259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446.8585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228796"/>
                  </a:ext>
                </a:extLst>
              </a:tr>
              <a:tr h="484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TPOT</a:t>
                      </a:r>
                      <a:r>
                        <a:rPr lang="en-US" sz="1400" dirty="0"/>
                        <a:t> mean (s)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0.0858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0.0429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0.0731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0.0789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0.0814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0.0849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407264"/>
                  </a:ext>
                </a:extLst>
              </a:tr>
              <a:tr h="484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Batch size mean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39.7452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13.7797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34.2022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38.8152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39.9249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40.9609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323840"/>
                  </a:ext>
                </a:extLst>
              </a:tr>
              <a:tr h="692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Total preemptions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383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18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34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101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373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82790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EA614-85DC-C97A-3001-3CB63BED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15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4869FE-6AB5-7569-D934-6A4933FD116C}"/>
                  </a:ext>
                </a:extLst>
              </p:cNvPr>
              <p:cNvSpPr txBox="1"/>
              <p:nvPr/>
            </p:nvSpPr>
            <p:spPr>
              <a:xfrm>
                <a:off x="7566870" y="342901"/>
                <a:ext cx="4353886" cy="1264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it-IT" dirty="0"/>
                  <a:t>Poisson requests (512 req),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it-IT" dirty="0"/>
                  <a:t> 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B_max = 128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500,  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=0.5</m:t>
                            </m:r>
                          </m:e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1000, 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=0.5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[500, 1500]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4869FE-6AB5-7569-D934-6A4933FD1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870" y="342901"/>
                <a:ext cx="4353886" cy="1264192"/>
              </a:xfrm>
              <a:prstGeom prst="rect">
                <a:avLst/>
              </a:prstGeom>
              <a:blipFill>
                <a:blip r:embed="rId2"/>
                <a:stretch>
                  <a:fillRect l="-1259" t="-2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280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EAADA-997E-6AA9-D182-89B48FE4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Performance Summary 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82807-C77C-DE5E-A83C-576E847B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16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DB1F52-D7C6-515C-7716-51DB9F261B18}"/>
                  </a:ext>
                </a:extLst>
              </p:cNvPr>
              <p:cNvSpPr txBox="1"/>
              <p:nvPr/>
            </p:nvSpPr>
            <p:spPr>
              <a:xfrm>
                <a:off x="7566870" y="342901"/>
                <a:ext cx="4353886" cy="1264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it-IT" dirty="0"/>
                  <a:t>Poisson requests (512 req),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it-IT" dirty="0"/>
                  <a:t> 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B_max = </a:t>
                </a:r>
                <a:r>
                  <a:rPr lang="en-US" b="1" dirty="0"/>
                  <a:t>32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500,  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=0.5</m:t>
                            </m:r>
                          </m:e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1000, 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=0.5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[500, 1500]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DB1F52-D7C6-515C-7716-51DB9F261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870" y="342901"/>
                <a:ext cx="4353886" cy="1264192"/>
              </a:xfrm>
              <a:prstGeom prst="rect">
                <a:avLst/>
              </a:prstGeom>
              <a:blipFill>
                <a:blip r:embed="rId2"/>
                <a:stretch>
                  <a:fillRect l="-1259" t="-2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AD5D97-7A78-268E-E6AA-F74F74DCF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032806"/>
              </p:ext>
            </p:extLst>
          </p:nvPr>
        </p:nvGraphicFramePr>
        <p:xfrm>
          <a:off x="998193" y="2292316"/>
          <a:ext cx="10128848" cy="3395086"/>
        </p:xfrm>
        <a:graphic>
          <a:graphicData uri="http://schemas.openxmlformats.org/drawingml/2006/table">
            <a:tbl>
              <a:tblPr/>
              <a:tblGrid>
                <a:gridCol w="2041861">
                  <a:extLst>
                    <a:ext uri="{9D8B030D-6E8A-4147-A177-3AD203B41FA5}">
                      <a16:colId xmlns:a16="http://schemas.microsoft.com/office/drawing/2014/main" val="2613190042"/>
                    </a:ext>
                  </a:extLst>
                </a:gridCol>
                <a:gridCol w="1300293">
                  <a:extLst>
                    <a:ext uri="{9D8B030D-6E8A-4147-A177-3AD203B41FA5}">
                      <a16:colId xmlns:a16="http://schemas.microsoft.com/office/drawing/2014/main" val="3779560478"/>
                    </a:ext>
                  </a:extLst>
                </a:gridCol>
                <a:gridCol w="1107347">
                  <a:extLst>
                    <a:ext uri="{9D8B030D-6E8A-4147-A177-3AD203B41FA5}">
                      <a16:colId xmlns:a16="http://schemas.microsoft.com/office/drawing/2014/main" val="1458798531"/>
                    </a:ext>
                  </a:extLst>
                </a:gridCol>
                <a:gridCol w="1518408">
                  <a:extLst>
                    <a:ext uri="{9D8B030D-6E8A-4147-A177-3AD203B41FA5}">
                      <a16:colId xmlns:a16="http://schemas.microsoft.com/office/drawing/2014/main" val="4014382682"/>
                    </a:ext>
                  </a:extLst>
                </a:gridCol>
                <a:gridCol w="1442906">
                  <a:extLst>
                    <a:ext uri="{9D8B030D-6E8A-4147-A177-3AD203B41FA5}">
                      <a16:colId xmlns:a16="http://schemas.microsoft.com/office/drawing/2014/main" val="280541643"/>
                    </a:ext>
                  </a:extLst>
                </a:gridCol>
                <a:gridCol w="1361752">
                  <a:extLst>
                    <a:ext uri="{9D8B030D-6E8A-4147-A177-3AD203B41FA5}">
                      <a16:colId xmlns:a16="http://schemas.microsoft.com/office/drawing/2014/main" val="2160536844"/>
                    </a:ext>
                  </a:extLst>
                </a:gridCol>
                <a:gridCol w="1356281">
                  <a:extLst>
                    <a:ext uri="{9D8B030D-6E8A-4147-A177-3AD203B41FA5}">
                      <a16:colId xmlns:a16="http://schemas.microsoft.com/office/drawing/2014/main" val="4016919544"/>
                    </a:ext>
                  </a:extLst>
                </a:gridCol>
              </a:tblGrid>
              <a:tr h="4845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Metric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/>
                        <a:t>vLLM</a:t>
                      </a:r>
                      <a:endParaRPr lang="en-US" sz="1600" b="1" dirty="0"/>
                    </a:p>
                  </a:txBody>
                  <a:tcPr marL="69224" marR="69224" marT="34612" marB="3461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ORCA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(m*=0.80)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(m*=0.90)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(m*=0.95)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(m*=0.99)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186473"/>
                  </a:ext>
                </a:extLst>
              </a:tr>
              <a:tr h="692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E2E</a:t>
                      </a:r>
                      <a:r>
                        <a:rPr lang="en-US" sz="1400" dirty="0"/>
                        <a:t> latency mean (s)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562.8218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801.5652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559.0634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558.9246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558.9246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558.9246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021625"/>
                  </a:ext>
                </a:extLst>
              </a:tr>
              <a:tr h="484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TTFT</a:t>
                      </a:r>
                      <a:r>
                        <a:rPr lang="en-US" sz="1400" dirty="0"/>
                        <a:t> mean (s)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494.6221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757.9523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491.3481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491.1891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491.1891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491.1891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683075"/>
                  </a:ext>
                </a:extLst>
              </a:tr>
              <a:tr h="484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TPOT</a:t>
                      </a:r>
                      <a:r>
                        <a:rPr lang="en-US" sz="1400" dirty="0"/>
                        <a:t> mean (s)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0.0671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0.0429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0.0666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0.0666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0.0666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0.0666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459487"/>
                  </a:ext>
                </a:extLst>
              </a:tr>
              <a:tr h="484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Batch size mean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30.0855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13.7797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30.6340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30.6358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30.6358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30.6358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283740"/>
                  </a:ext>
                </a:extLst>
              </a:tr>
              <a:tr h="692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Total preemptions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871060"/>
                  </a:ext>
                </a:extLst>
              </a:tr>
            </a:tbl>
          </a:graphicData>
        </a:graphic>
      </p:graphicFrame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081C584B-4C5D-A4F9-D622-021CAA6F18BC}"/>
              </a:ext>
            </a:extLst>
          </p:cNvPr>
          <p:cNvSpPr/>
          <p:nvPr/>
        </p:nvSpPr>
        <p:spPr>
          <a:xfrm>
            <a:off x="9169167" y="5569957"/>
            <a:ext cx="2939039" cy="730175"/>
          </a:xfrm>
          <a:prstGeom prst="round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Bottleneck:</a:t>
            </a:r>
          </a:p>
          <a:p>
            <a:pPr algn="ctr"/>
            <a:r>
              <a:rPr lang="it-IT" dirty="0"/>
              <a:t>Limited # of «servers»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783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BFDC2-C7B3-B353-7FE2-3391E9EE0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Performance Summary 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A714E-5623-9DF7-F92D-42190D1B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0F69E-94E4-477D-9D2E-ABE325801752}" type="slidenum">
              <a:rPr lang="it-IT" smtClean="0"/>
              <a:t>17</a:t>
            </a:fld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4EC064-80CA-2AA0-04C4-BBECF4D3A491}"/>
                  </a:ext>
                </a:extLst>
              </p:cNvPr>
              <p:cNvSpPr txBox="1"/>
              <p:nvPr/>
            </p:nvSpPr>
            <p:spPr>
              <a:xfrm>
                <a:off x="7566870" y="342901"/>
                <a:ext cx="435388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it-IT" dirty="0"/>
                  <a:t>Poisson requests (512 req),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it-IT" dirty="0"/>
                  <a:t> 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B_max = </a:t>
                </a:r>
                <a:r>
                  <a:rPr lang="en-US" b="1" dirty="0"/>
                  <a:t>32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hlinkClick r:id="rId2"/>
                  </a:rPr>
                  <a:t>Real Azure </a:t>
                </a:r>
                <a:r>
                  <a:rPr lang="en-US" dirty="0" err="1">
                    <a:hlinkClick r:id="rId2"/>
                  </a:rPr>
                  <a:t>i</a:t>
                </a:r>
                <a:r>
                  <a:rPr lang="en-US" dirty="0">
                    <a:hlinkClick r:id="rId2"/>
                  </a:rPr>
                  <a:t>-o trace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4EC064-80CA-2AA0-04C4-BBECF4D3A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870" y="342901"/>
                <a:ext cx="4353886" cy="923330"/>
              </a:xfrm>
              <a:prstGeom prst="rect">
                <a:avLst/>
              </a:prstGeom>
              <a:blipFill>
                <a:blip r:embed="rId3"/>
                <a:stretch>
                  <a:fillRect l="-1259" t="-3289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B0920F-41E2-0D83-80DA-1386B0E22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858203"/>
              </p:ext>
            </p:extLst>
          </p:nvPr>
        </p:nvGraphicFramePr>
        <p:xfrm>
          <a:off x="1354352" y="2267010"/>
          <a:ext cx="9387442" cy="3395086"/>
        </p:xfrm>
        <a:graphic>
          <a:graphicData uri="http://schemas.openxmlformats.org/drawingml/2006/table">
            <a:tbl>
              <a:tblPr/>
              <a:tblGrid>
                <a:gridCol w="2038686">
                  <a:extLst>
                    <a:ext uri="{9D8B030D-6E8A-4147-A177-3AD203B41FA5}">
                      <a16:colId xmlns:a16="http://schemas.microsoft.com/office/drawing/2014/main" val="1380419911"/>
                    </a:ext>
                  </a:extLst>
                </a:gridCol>
                <a:gridCol w="1182848">
                  <a:extLst>
                    <a:ext uri="{9D8B030D-6E8A-4147-A177-3AD203B41FA5}">
                      <a16:colId xmlns:a16="http://schemas.microsoft.com/office/drawing/2014/main" val="1261592179"/>
                    </a:ext>
                  </a:extLst>
                </a:gridCol>
                <a:gridCol w="1266737">
                  <a:extLst>
                    <a:ext uri="{9D8B030D-6E8A-4147-A177-3AD203B41FA5}">
                      <a16:colId xmlns:a16="http://schemas.microsoft.com/office/drawing/2014/main" val="1451952356"/>
                    </a:ext>
                  </a:extLst>
                </a:gridCol>
                <a:gridCol w="1233182">
                  <a:extLst>
                    <a:ext uri="{9D8B030D-6E8A-4147-A177-3AD203B41FA5}">
                      <a16:colId xmlns:a16="http://schemas.microsoft.com/office/drawing/2014/main" val="4054385064"/>
                    </a:ext>
                  </a:extLst>
                </a:gridCol>
                <a:gridCol w="1283515">
                  <a:extLst>
                    <a:ext uri="{9D8B030D-6E8A-4147-A177-3AD203B41FA5}">
                      <a16:colId xmlns:a16="http://schemas.microsoft.com/office/drawing/2014/main" val="2610175759"/>
                    </a:ext>
                  </a:extLst>
                </a:gridCol>
                <a:gridCol w="1182848">
                  <a:extLst>
                    <a:ext uri="{9D8B030D-6E8A-4147-A177-3AD203B41FA5}">
                      <a16:colId xmlns:a16="http://schemas.microsoft.com/office/drawing/2014/main" val="1778962079"/>
                    </a:ext>
                  </a:extLst>
                </a:gridCol>
                <a:gridCol w="1199626">
                  <a:extLst>
                    <a:ext uri="{9D8B030D-6E8A-4147-A177-3AD203B41FA5}">
                      <a16:colId xmlns:a16="http://schemas.microsoft.com/office/drawing/2014/main" val="3059784024"/>
                    </a:ext>
                  </a:extLst>
                </a:gridCol>
              </a:tblGrid>
              <a:tr h="4845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Metric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/>
                        <a:t>vLLM</a:t>
                      </a:r>
                      <a:endParaRPr lang="en-US" sz="1600" b="1" dirty="0"/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ORCA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(m*=0.80)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(m*=0.90)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(m*=0.95)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FIFO (m*=0.99)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92202"/>
                  </a:ext>
                </a:extLst>
              </a:tr>
              <a:tr h="692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E2E latency mean (s)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80.8230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70.9720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82.4004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82.4198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82.4163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82.4298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925596"/>
                  </a:ext>
                </a:extLst>
              </a:tr>
              <a:tr h="484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TTFT mean (s)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70.6407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66.5547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77.5347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77.4766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77.4549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77.4584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366360"/>
                  </a:ext>
                </a:extLst>
              </a:tr>
              <a:tr h="484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TPOT mean (s)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0.3377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0.1465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0.1614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0.1639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0.1645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0.1649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290933"/>
                  </a:ext>
                </a:extLst>
              </a:tr>
              <a:tr h="484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Batch size mean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8.8957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10.5003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10.2704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10.2903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10.2903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10.2903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754464"/>
                  </a:ext>
                </a:extLst>
              </a:tr>
              <a:tr h="692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Total preemptions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</a:t>
                      </a:r>
                    </a:p>
                  </a:txBody>
                  <a:tcPr marL="69224" marR="69224" marT="34612" marB="346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0</a:t>
                      </a:r>
                    </a:p>
                  </a:txBody>
                  <a:tcPr marL="69224" marR="69224" marT="34612" marB="346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557057"/>
                  </a:ext>
                </a:extLst>
              </a:tr>
            </a:tbl>
          </a:graphicData>
        </a:graphic>
      </p:graphicFrame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3E7D3D89-7003-F4FA-E780-1B0B16AA6495}"/>
              </a:ext>
            </a:extLst>
          </p:cNvPr>
          <p:cNvSpPr/>
          <p:nvPr/>
        </p:nvSpPr>
        <p:spPr>
          <a:xfrm>
            <a:off x="4337109" y="5804202"/>
            <a:ext cx="2650921" cy="568424"/>
          </a:xfrm>
          <a:prstGeom prst="round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ORCA is the best!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AF7377-D996-1C9F-76AB-CE635AFF93AE}"/>
              </a:ext>
            </a:extLst>
          </p:cNvPr>
          <p:cNvSpPr/>
          <p:nvPr/>
        </p:nvSpPr>
        <p:spPr>
          <a:xfrm>
            <a:off x="7826929" y="939567"/>
            <a:ext cx="2483142" cy="355834"/>
          </a:xfrm>
          <a:prstGeom prst="roundRect">
            <a:avLst>
              <a:gd name="adj" fmla="val 6673"/>
            </a:avLst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270ED419-86CB-3717-48B2-C7695C4203D9}"/>
              </a:ext>
            </a:extLst>
          </p:cNvPr>
          <p:cNvSpPr/>
          <p:nvPr/>
        </p:nvSpPr>
        <p:spPr>
          <a:xfrm>
            <a:off x="9467675" y="5519990"/>
            <a:ext cx="2724325" cy="568424"/>
          </a:xfrm>
          <a:prstGeom prst="round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Head of line blocking</a:t>
            </a:r>
          </a:p>
        </p:txBody>
      </p:sp>
    </p:spTree>
    <p:extLst>
      <p:ext uri="{BB962C8B-B14F-4D97-AF65-F5344CB8AC3E}">
        <p14:creationId xmlns:p14="http://schemas.microsoft.com/office/powerpoint/2010/main" val="30701366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Facebook 1">
      <a:dk1>
        <a:sysClr val="windowText" lastClr="000000"/>
      </a:dk1>
      <a:lt1>
        <a:sysClr val="window" lastClr="FFFFFF"/>
      </a:lt1>
      <a:dk2>
        <a:srgbClr val="434656"/>
      </a:dk2>
      <a:lt2>
        <a:srgbClr val="E7EFFF"/>
      </a:lt2>
      <a:accent1>
        <a:srgbClr val="4267B2"/>
      </a:accent1>
      <a:accent2>
        <a:srgbClr val="BAD5FF"/>
      </a:accent2>
      <a:accent3>
        <a:srgbClr val="434656"/>
      </a:accent3>
      <a:accent4>
        <a:srgbClr val="D4A418"/>
      </a:accent4>
      <a:accent5>
        <a:srgbClr val="AE4659"/>
      </a:accent5>
      <a:accent6>
        <a:srgbClr val="E97B8B"/>
      </a:accent6>
      <a:hlink>
        <a:srgbClr val="AE4659"/>
      </a:hlink>
      <a:folHlink>
        <a:srgbClr val="E97B8B"/>
      </a:folHlink>
    </a:clrScheme>
    <a:fontScheme name="Franco 8">
      <a:majorFont>
        <a:latin typeface="Exo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8784</TotalTime>
  <Words>740</Words>
  <Application>Microsoft Office PowerPoint</Application>
  <PresentationFormat>Widescreen</PresentationFormat>
  <Paragraphs>208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 Math</vt:lpstr>
      <vt:lpstr>Exo</vt:lpstr>
      <vt:lpstr>Montserrat</vt:lpstr>
      <vt:lpstr>Poppins</vt:lpstr>
      <vt:lpstr>Wingdings</vt:lpstr>
      <vt:lpstr>Tema di Office</vt:lpstr>
      <vt:lpstr>LLM Inference</vt:lpstr>
      <vt:lpstr>Lessosns Learned</vt:lpstr>
      <vt:lpstr>Attention Mechnaism</vt:lpstr>
      <vt:lpstr>Attention ? Explanation</vt:lpstr>
      <vt:lpstr>Continuous Batching</vt:lpstr>
      <vt:lpstr>The Role of Batches</vt:lpstr>
      <vt:lpstr>Chunked Prefill</vt:lpstr>
      <vt:lpstr>Chunked Prefill cont.</vt:lpstr>
      <vt:lpstr>Chunked Prefill cont.</vt:lpstr>
      <vt:lpstr>Cost of Preemption?</vt:lpstr>
      <vt:lpstr>Optimizations</vt:lpstr>
      <vt:lpstr>Speculative Decoding</vt:lpstr>
      <vt:lpstr>Some Preliminary Results</vt:lpstr>
      <vt:lpstr>Performance Metrics</vt:lpstr>
      <vt:lpstr>Performance Summary</vt:lpstr>
      <vt:lpstr>Performance Summary 2</vt:lpstr>
      <vt:lpstr>Performance Summary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Franco Galante</dc:creator>
  <cp:lastModifiedBy>Franco Galante</cp:lastModifiedBy>
  <cp:revision>51</cp:revision>
  <dcterms:created xsi:type="dcterms:W3CDTF">2022-03-24T18:10:59Z</dcterms:created>
  <dcterms:modified xsi:type="dcterms:W3CDTF">2026-05-18T12:20:35Z</dcterms:modified>
</cp:coreProperties>
</file>